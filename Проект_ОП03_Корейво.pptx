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314" r:id="rId5"/>
    <p:sldId id="315" r:id="rId6"/>
    <p:sldId id="317" r:id="rId7"/>
    <p:sldId id="326" r:id="rId8"/>
    <p:sldId id="327" r:id="rId9"/>
    <p:sldId id="328" r:id="rId10"/>
    <p:sldId id="320" r:id="rId11"/>
    <p:sldId id="309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5388" autoAdjust="0"/>
  </p:normalViewPr>
  <p:slideViewPr>
    <p:cSldViewPr snapToGrid="0">
      <p:cViewPr varScale="1">
        <p:scale>
          <a:sx n="161" d="100"/>
          <a:sy n="161" d="100"/>
        </p:scale>
        <p:origin x="150" y="30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notesMaster" Target="notesMasters/notesMaster1.xml" /><Relationship Id="rId18" Type="http://schemas.openxmlformats.org/officeDocument/2006/relationships/theme" Target="theme/theme1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presProps" Target="presProps.xml" /><Relationship Id="rId20" Type="http://schemas.microsoft.com/office/2018/10/relationships/authors" Target="author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commentAuthors" Target="commentAuthors.xml" /><Relationship Id="rId10" Type="http://schemas.openxmlformats.org/officeDocument/2006/relationships/slide" Target="slides/slide6.xml" /><Relationship Id="rId19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handoutMaster" Target="handoutMasters/handout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542D7CC-E8A3-429C-9F30-B39663AB044E}" type="datetime1">
              <a:rPr lang="ru-RU" smtClean="0"/>
              <a:t>10.04.2026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9D3EA30-A193-4EC3-B66C-38C9131FAA4E}" type="datetime1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4B9A9E5-4F7F-4A7D-9DE1-89923232926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6539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009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2305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 /><Relationship Id="rId2" Type="http://schemas.openxmlformats.org/officeDocument/2006/relationships/image" Target="../media/image8.sv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 /><Relationship Id="rId2" Type="http://schemas.openxmlformats.org/officeDocument/2006/relationships/image" Target="../media/image10.sv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1.sv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ru-RU" sz="2000"/>
            </a:lvl1pPr>
            <a:lvl2pPr>
              <a:lnSpc>
                <a:spcPct val="120000"/>
              </a:lnSpc>
              <a:defRPr lang="ru-RU" sz="1800"/>
            </a:lvl2pPr>
            <a:lvl3pPr>
              <a:lnSpc>
                <a:spcPct val="120000"/>
              </a:lnSpc>
              <a:defRPr lang="ru-RU" sz="1600"/>
            </a:lvl3pPr>
            <a:lvl4pPr>
              <a:lnSpc>
                <a:spcPct val="120000"/>
              </a:lnSpc>
              <a:defRPr lang="ru-RU" sz="1400"/>
            </a:lvl4pPr>
            <a:lvl5pPr>
              <a:lnSpc>
                <a:spcPct val="120000"/>
              </a:lnSpc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ru-RU" sz="2000"/>
            </a:lvl1pPr>
            <a:lvl2pPr marL="457200" indent="0">
              <a:buNone/>
              <a:defRPr lang="ru-RU" sz="1800"/>
            </a:lvl2pPr>
            <a:lvl3pPr marL="914400" indent="0">
              <a:buNone/>
              <a:defRPr lang="ru-RU" sz="1600"/>
            </a:lvl3pPr>
            <a:lvl4pPr marL="1371600" indent="0">
              <a:buNone/>
              <a:defRPr lang="ru-RU" sz="1400"/>
            </a:lvl4pPr>
            <a:lvl5pPr marL="1828800" indent="0"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лева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прав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ru-RU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ru-RU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ru-RU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ru-RU" sz="16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ru-RU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668" y="2132608"/>
            <a:ext cx="5731757" cy="98268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200" dirty="0"/>
              <a:t>Игра </a:t>
            </a:r>
            <a:r>
              <a:rPr lang="en-US" sz="3200" dirty="0" err="1"/>
              <a:t>Saimon</a:t>
            </a:r>
            <a:r>
              <a:rPr lang="en-US" sz="3200" dirty="0"/>
              <a:t> says</a:t>
            </a:r>
            <a:endParaRPr lang="ru-RU" sz="32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99EE7FE-2F54-430E-9E51-16C0F941FADC}"/>
              </a:ext>
            </a:extLst>
          </p:cNvPr>
          <p:cNvSpPr txBox="1">
            <a:spLocks/>
          </p:cNvSpPr>
          <p:nvPr/>
        </p:nvSpPr>
        <p:spPr>
          <a:xfrm>
            <a:off x="6222668" y="2132608"/>
            <a:ext cx="5422999" cy="1610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8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FBFE685-6881-4F45-94D0-C3C16F3A97C6}"/>
              </a:ext>
            </a:extLst>
          </p:cNvPr>
          <p:cNvSpPr txBox="1">
            <a:spLocks/>
          </p:cNvSpPr>
          <p:nvPr/>
        </p:nvSpPr>
        <p:spPr>
          <a:xfrm>
            <a:off x="6068290" y="4091048"/>
            <a:ext cx="5731757" cy="15230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8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CEAA549-5F45-4DEC-B7CF-2D6413DEDD44}"/>
              </a:ext>
            </a:extLst>
          </p:cNvPr>
          <p:cNvSpPr txBox="1">
            <a:spLocks/>
          </p:cNvSpPr>
          <p:nvPr/>
        </p:nvSpPr>
        <p:spPr>
          <a:xfrm>
            <a:off x="6222668" y="3742705"/>
            <a:ext cx="5577379" cy="23280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8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sz="2200" dirty="0"/>
              <a:t>Подготовил студент группы Иб-41 Корейво </a:t>
            </a:r>
            <a:r>
              <a:rPr lang="ru-RU" sz="2200" dirty="0" err="1"/>
              <a:t>ярослав</a:t>
            </a:r>
            <a:endParaRPr lang="ru-RU" sz="2200" dirty="0"/>
          </a:p>
          <a:p>
            <a:endParaRPr lang="ru-RU" sz="2200" dirty="0"/>
          </a:p>
          <a:p>
            <a:r>
              <a:rPr lang="ru-RU" sz="2200" dirty="0"/>
              <a:t>Преподаватель</a:t>
            </a:r>
            <a:r>
              <a:rPr lang="en-US" sz="2200" dirty="0"/>
              <a:t>: </a:t>
            </a:r>
            <a:r>
              <a:rPr lang="ru-RU" sz="2200" dirty="0" err="1"/>
              <a:t>Липатникова</a:t>
            </a:r>
            <a:r>
              <a:rPr lang="ru-RU" sz="2200" dirty="0"/>
              <a:t> Надежда Михайловна</a:t>
            </a:r>
          </a:p>
          <a:p>
            <a:endParaRPr lang="ru-RU" sz="2200" dirty="0"/>
          </a:p>
          <a:p>
            <a:r>
              <a:rPr lang="ru-RU" sz="2200" dirty="0"/>
              <a:t>ГБОУ МО «Физтех колледж»</a:t>
            </a:r>
          </a:p>
          <a:p>
            <a:endParaRPr lang="ru-RU" sz="2200" dirty="0"/>
          </a:p>
          <a:p>
            <a:r>
              <a:rPr lang="ru-RU" sz="2200" dirty="0"/>
              <a:t>2026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877" y="493486"/>
            <a:ext cx="7190510" cy="5752768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lvl="1"/>
            <a:r>
              <a:rPr lang="ru-RU" sz="2200" b="0" i="0" dirty="0">
                <a:effectLst/>
              </a:rPr>
              <a:t>Мой проект решает современную проблему плохой кратковременной памяти и скорости реакции. Традиционные упражнения на память скучные и быстро надоедают, поэтому можно сделать тренажер в виде игры.</a:t>
            </a:r>
          </a:p>
          <a:p>
            <a:pPr lvl="1"/>
            <a:r>
              <a:rPr lang="ru-RU" sz="2200" dirty="0"/>
              <a:t>Целевая аудитория 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200" b="0" i="0" dirty="0">
                <a:effectLst/>
              </a:rPr>
              <a:t>Дети (6-12 лет)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200" b="0" i="0" dirty="0">
                <a:effectLst/>
              </a:rPr>
              <a:t>Школьники - студенты (13-21 год)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200" b="0" i="0" dirty="0">
                <a:effectLst/>
              </a:rPr>
              <a:t>Более взрослые люди (21+ лет)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200" b="0" i="0" dirty="0">
                <a:effectLst/>
              </a:rPr>
              <a:t>Любители мини-игр и классических аркад</a:t>
            </a:r>
            <a:endParaRPr lang="en-US" sz="2200" b="0" i="0" dirty="0">
              <a:effectLst/>
            </a:endParaRPr>
          </a:p>
          <a:p>
            <a:pPr lvl="1"/>
            <a:r>
              <a:rPr lang="ru-RU" sz="2200" dirty="0"/>
              <a:t>Игроку предлагается запоминать и повторять последовательность цветов, которая с каждым уровнем становится длиннее и сложнее.</a:t>
            </a:r>
            <a:endParaRPr lang="ru-RU" sz="2200" b="0" i="0" dirty="0">
              <a:effectLst/>
            </a:endParaRPr>
          </a:p>
          <a:p>
            <a:pPr marL="457200" lvl="1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3" y="855023"/>
            <a:ext cx="5475712" cy="112644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200" dirty="0"/>
              <a:t>Блок-схема алгоритма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509A53-3F1F-4000-8478-9B44E32B2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528" y="778681"/>
            <a:ext cx="2950550" cy="585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3" y="855023"/>
            <a:ext cx="4881946" cy="112644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en-US" sz="3200" dirty="0"/>
              <a:t>Use case </a:t>
            </a:r>
            <a:r>
              <a:rPr lang="ru-RU" sz="3200" dirty="0"/>
              <a:t>Диаграмма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7276AA3-7626-46D1-A112-6832D5CE328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240618" y="446909"/>
            <a:ext cx="3333944" cy="6133605"/>
          </a:xfrm>
        </p:spPr>
      </p:pic>
    </p:spTree>
    <p:extLst>
      <p:ext uri="{BB962C8B-B14F-4D97-AF65-F5344CB8AC3E}">
        <p14:creationId xmlns:p14="http://schemas.microsoft.com/office/powerpoint/2010/main" val="2019279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0" y="2654135"/>
            <a:ext cx="5143203" cy="134191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200" dirty="0"/>
              <a:t>Внешний вид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47FB55-0AB6-48C7-AE8B-E6473C526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8042"/>
            <a:ext cx="3467594" cy="590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9" y="593767"/>
            <a:ext cx="7640979" cy="134191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200" dirty="0"/>
              <a:t>Пример работы</a:t>
            </a:r>
            <a:r>
              <a:rPr lang="en-US" sz="3200" dirty="0"/>
              <a:t> </a:t>
            </a:r>
            <a:r>
              <a:rPr lang="ru-RU" sz="3200" dirty="0"/>
              <a:t>и логирование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47FB55-0AB6-48C7-AE8B-E6473C526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79" y="2167246"/>
            <a:ext cx="2079133" cy="353872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632DA8-3EB4-437E-BE0C-F56AEB878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200" y="2167246"/>
            <a:ext cx="1527848" cy="353872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D7F5BE-B9FC-4E88-B7BC-97DC40492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669" y="2167246"/>
            <a:ext cx="1522661" cy="35387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FEB2C0-E4B0-44D7-8CC8-D63E3F95B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446" y="2436034"/>
            <a:ext cx="4630489" cy="287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1946420"/>
            <a:ext cx="4316683" cy="4234686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b="1" dirty="0">
                <a:effectLst/>
              </a:rPr>
              <a:t>Что сделано: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Разработана игра «</a:t>
            </a:r>
            <a:r>
              <a:rPr lang="ru-RU" dirty="0" err="1"/>
              <a:t>Simon</a:t>
            </a:r>
            <a:r>
              <a:rPr lang="ru-RU" dirty="0"/>
              <a:t> </a:t>
            </a:r>
            <a:r>
              <a:rPr lang="ru-RU" dirty="0" err="1"/>
              <a:t>Says</a:t>
            </a:r>
            <a:r>
              <a:rPr lang="ru-RU" dirty="0"/>
              <a:t>» на языке Python с использованием библиотеки </a:t>
            </a:r>
            <a:r>
              <a:rPr lang="ru-RU" dirty="0" err="1"/>
              <a:t>Tkinter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Реализованы три уровня сложности (Легко, Средне, Сложно)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Добавлена система логирования всех событий игры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Создано удобное графическое меню, игровое поле и экран результатов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7</a:t>
            </a:fld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ACD9067-EBE5-47F4-9527-912D936B3284}"/>
              </a:ext>
            </a:extLst>
          </p:cNvPr>
          <p:cNvSpPr txBox="1">
            <a:spLocks/>
          </p:cNvSpPr>
          <p:nvPr/>
        </p:nvSpPr>
        <p:spPr>
          <a:xfrm>
            <a:off x="4405746" y="1994726"/>
            <a:ext cx="3283528" cy="374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4342B49-0676-4CAE-ABC8-EF3A318681EF}"/>
              </a:ext>
            </a:extLst>
          </p:cNvPr>
          <p:cNvSpPr txBox="1">
            <a:spLocks/>
          </p:cNvSpPr>
          <p:nvPr/>
        </p:nvSpPr>
        <p:spPr>
          <a:xfrm>
            <a:off x="8195954" y="1994726"/>
            <a:ext cx="3283528" cy="374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8EC25A1-87A1-4D01-950B-5A11245AC244}"/>
              </a:ext>
            </a:extLst>
          </p:cNvPr>
          <p:cNvSpPr txBox="1">
            <a:spLocks/>
          </p:cNvSpPr>
          <p:nvPr/>
        </p:nvSpPr>
        <p:spPr>
          <a:xfrm>
            <a:off x="4659086" y="1994726"/>
            <a:ext cx="3283528" cy="374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953E9554-3E5A-49EB-8747-89129492FC0E}"/>
              </a:ext>
            </a:extLst>
          </p:cNvPr>
          <p:cNvSpPr txBox="1">
            <a:spLocks/>
          </p:cNvSpPr>
          <p:nvPr/>
        </p:nvSpPr>
        <p:spPr>
          <a:xfrm>
            <a:off x="4659086" y="2043032"/>
            <a:ext cx="3283528" cy="374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5A2978F-6CC1-462F-85EB-346AFFFCACF6}"/>
              </a:ext>
            </a:extLst>
          </p:cNvPr>
          <p:cNvSpPr txBox="1">
            <a:spLocks/>
          </p:cNvSpPr>
          <p:nvPr/>
        </p:nvSpPr>
        <p:spPr>
          <a:xfrm>
            <a:off x="5389419" y="1994726"/>
            <a:ext cx="3283528" cy="4050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effectLst/>
              </a:rPr>
              <a:t>Какие навыки приобретены: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 с графическим интерфейсом </a:t>
            </a:r>
            <a:r>
              <a:rPr lang="ru-RU" dirty="0" err="1"/>
              <a:t>Tkinter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Обработка событий и таймеров в GUI-приложениях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Логирование и отладка программы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Оформление программы на </a:t>
            </a:r>
            <a:r>
              <a:rPr lang="en-US" dirty="0"/>
              <a:t>GIT hub.</a:t>
            </a:r>
            <a:endParaRPr lang="ru-RU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0DE6DB0F-A0A1-4701-BB39-BE5139E40306}"/>
              </a:ext>
            </a:extLst>
          </p:cNvPr>
          <p:cNvSpPr txBox="1">
            <a:spLocks/>
          </p:cNvSpPr>
          <p:nvPr/>
        </p:nvSpPr>
        <p:spPr>
          <a:xfrm>
            <a:off x="8568047" y="2043032"/>
            <a:ext cx="3283528" cy="374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effectLst/>
              </a:rPr>
              <a:t>Что планируется улучшить в будущем: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Добавить звуковые эффекты при подсветке и нажатии кнопок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Реализовать таблицу рекордов с сохранением в файл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Улучшить анимации и визуальных эффектов</a:t>
            </a:r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2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4_TF22318419_Win32" id="{190C78A2-73A9-4810-90AD-E7DCF6145837}" vid="{9BDBB77D-0AF8-4EC5-880C-F23D138FD67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презентация о продажах</Template>
  <TotalTime>75</TotalTime>
  <Words>207</Words>
  <Application>Microsoft Office PowerPoint</Application>
  <PresentationFormat>Широкоэкранный</PresentationFormat>
  <Paragraphs>42</Paragraphs>
  <Slides>8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Пользовательская</vt:lpstr>
      <vt:lpstr>Игра Saimon says</vt:lpstr>
      <vt:lpstr>Презентация PowerPoint</vt:lpstr>
      <vt:lpstr>Блок-схема алгоритма</vt:lpstr>
      <vt:lpstr>Use case Диаграмма</vt:lpstr>
      <vt:lpstr>Внешний вид программы</vt:lpstr>
      <vt:lpstr>Пример работы и логирование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Saimon says</dc:title>
  <dc:creator>Пользователь ㅤ</dc:creator>
  <cp:lastModifiedBy>Пользователь ㅤ</cp:lastModifiedBy>
  <cp:revision>8</cp:revision>
  <dcterms:created xsi:type="dcterms:W3CDTF">2026-04-09T19:32:27Z</dcterms:created>
  <dcterms:modified xsi:type="dcterms:W3CDTF">2026-04-10T07:44:36Z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