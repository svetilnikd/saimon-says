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theme/theme1.xml" ContentType="application/vnd.openxmlformats-officedocument.theme+xml"/>
  <Override PartName="/ppt/theme/theme14.xml" ContentType="application/vnd.openxmlformats-officedocument.theme+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media/image17.svg" ContentType="image/svg"/>
  <Override PartName="/ppt/media/image6.svg" ContentType="image/svg"/>
  <Override PartName="/ppt/media/image2.svg" ContentType="image/svg"/>
  <Override PartName="/ppt/media/image13.svg" ContentType="image/svg"/>
  <Override PartName="/ppt/media/image8.svg" ContentType="image/svg"/>
  <Override PartName="/ppt/media/image4.svg" ContentType="image/svg"/>
  <Override PartName="/ppt/media/image10.svg" ContentType="image/svg"/>
  <Override PartName="/ppt/media/image15.svg" ContentType="image/svg"/>
  <Override PartName="/ppt/media/image20.svg" ContentType="image/svg"/>
  <Override PartName="/ppt/media/image22.svg" ContentType="image/svg"/>
  <Override PartName="/ppt/media/image24.svg" ContentType="image/svg"/>
  <Override PartName="/ppt/media/image26.svg" ContentType="image/svg"/>
  <Override PartName="/ppt/media/image28.svg" ContentType="image/svg"/>
  <Override PartName="/ppt/media/image36.svg" ContentType="image/svg"/>
  <Override PartName="/ppt/slideMasters/slideMaster1.xml" ContentType="application/vnd.openxmlformats-officedocument.presentationml.slide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customXml" Target="../customXml/item1.xml"/><Relationship Id="rId5" Type="http://schemas.openxmlformats.org/officeDocument/2006/relationships/customXml" Target="../customXml/item2.xml"/><Relationship Id="rId6" Type="http://schemas.openxmlformats.org/officeDocument/2006/relationships/customXml" Target="../customXml/item3.xml"/><Relationship Id="rId7" Type="http://schemas.microsoft.com/office/2020/02/relationships/classificationlabels" Target="docMetadata/LabelInfo.xml"/><Relationship Id="rId8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4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defTabSz="914400">
              <a:lnSpc>
                <a:spcPct val="90000"/>
              </a:lnSpc>
            </a:pPr>
            <a:r>
              <a:rPr lang="ru-RU" sz="4800" b="0" u="none" strike="noStrike" cap="all">
                <a:solidFill>
                  <a:schemeClr val="lt1"/>
                </a:solidFill>
                <a:effectLst/>
                <a:uFillTx/>
                <a:latin typeface="Arial"/>
              </a:rPr>
              <a:t>Для перемещения страницы щёлкните мышью</a:t>
            </a:r>
            <a:endParaRPr lang="ru-RU" sz="4800" b="0" u="none" strike="noStrike" cap="all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формата примечаний щёлкните мышью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&lt;верхний колонтитул&gt;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 type="dt" idx="9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&lt;дата/время&gt;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" name="PlaceHolder 5"/>
          <p:cNvSpPr>
            <a:spLocks noGrp="1"/>
          </p:cNvSpPr>
          <p:nvPr>
            <p:ph type="ftr" idx="10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" name="PlaceHolder 6"/>
          <p:cNvSpPr>
            <a:spLocks noGrp="1"/>
          </p:cNvSpPr>
          <p:nvPr>
            <p:ph type="sldNum" idx="11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91D72531-2AA5-4DA9-AB8E-78D1D3327E5B}" type="slidenum"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&lt;номер&gt;</a:t>
            </a:fld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9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ru-RU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AC7FA2A8-946F-4F16-9F4D-7705F7C7F3B0}" type="slidenum">
              <a:rPr lang="ru-RU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&lt;номер&gt;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ru-RU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29DAC936-B5BF-4773-A07D-3FC5B58D68FA}" type="slidenum">
              <a:rPr lang="ru-RU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&lt;номер&gt;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0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ru-RU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D59E4522-6975-4775-BD49-4D18BD752481}" type="slidenum">
              <a:rPr lang="ru-RU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&lt;номер&gt;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0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ru-RU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41A2B290-B5AA-4E55-8C8E-C63661EA29D5}" type="slidenum">
              <a:rPr lang="ru-RU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&lt;номер&gt;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0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ru-RU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2EDE9BE1-8C6F-4150-A678-9ED498C0B84C}" type="slidenum">
              <a:rPr lang="ru-RU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&lt;номер&gt;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1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ru-RU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57BF170D-27C8-45E0-8760-EB12F6B06AC0}" type="slidenum">
              <a:rPr lang="ru-RU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&lt;номер&gt;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1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ru-RU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B1D1449D-D0C0-4B18-B977-287E478D05E2}" type="slidenum">
              <a:rPr lang="ru-RU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&lt;номер&gt;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1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ru-RU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74AECBF2-463A-42A0-B62E-A6888AB4BC28}" type="slidenum">
              <a:rPr lang="ru-RU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&lt;номер&gt;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svg"/><Relationship Id="rId4" Type="http://schemas.openxmlformats.org/officeDocument/2006/relationships/image" Target="../media/image3.png"/><Relationship Id="rId5" Type="http://schemas.openxmlformats.org/officeDocument/2006/relationships/image" Target="../media/image4.svg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svg"/><Relationship Id="rId4" Type="http://schemas.openxmlformats.org/officeDocument/2006/relationships/image" Target="../media/image7.png"/><Relationship Id="rId5" Type="http://schemas.openxmlformats.org/officeDocument/2006/relationships/image" Target="../media/image8.svg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svg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10.svg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svg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15.svg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17.svg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svg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Relationship Id="rId3" Type="http://schemas.openxmlformats.org/officeDocument/2006/relationships/image" Target="../media/image22.svg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png"/><Relationship Id="rId3" Type="http://schemas.openxmlformats.org/officeDocument/2006/relationships/image" Target="../media/image24.svg"/><Relationship Id="rId4" Type="http://schemas.openxmlformats.org/officeDocument/2006/relationships/image" Target="../media/image25.png"/><Relationship Id="rId5" Type="http://schemas.openxmlformats.org/officeDocument/2006/relationships/image" Target="../media/image26.svg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7.png"/><Relationship Id="rId3" Type="http://schemas.openxmlformats.org/officeDocument/2006/relationships/image" Target="../media/image28.svg"/><Relationship Id="rId4" Type="http://schemas.openxmlformats.org/officeDocument/2006/relationships/image" Target="../media/image5.png"/><Relationship Id="rId5" Type="http://schemas.openxmlformats.org/officeDocument/2006/relationships/image" Target="../media/image6.svg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17.svg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Заголовок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 hasCustomPrompt="1"/>
          </p:nvPr>
        </p:nvSpPr>
        <p:spPr>
          <a:xfrm>
            <a:off x="6095880" y="2773800"/>
            <a:ext cx="5673960" cy="3200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90000"/>
              </a:lnSpc>
              <a:buNone/>
              <a:defRPr lang="ru-RU" sz="4800" b="0" u="none" strike="noStrike" cap="all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ru-RU" sz="4800" b="0" u="none" strike="noStrike" cap="all">
                <a:solidFill>
                  <a:schemeClr val="lt1"/>
                </a:solidFill>
                <a:effectLst/>
                <a:uFillTx/>
                <a:latin typeface="Arial"/>
              </a:rPr>
              <a:t>Заголовок слайда</a:t>
            </a:r>
            <a:endParaRPr lang="ru-RU" sz="4800" b="0" u="none" strike="noStrike" cap="all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pic>
        <p:nvPicPr>
          <p:cNvPr id="3" name="Графический объект 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8454" t="1730" r="0" b="0"/>
          <a:stretch/>
        </p:blipFill>
        <p:spPr>
          <a:xfrm>
            <a:off x="0" y="0"/>
            <a:ext cx="8264520" cy="5319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ru-RU" sz="2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ru-RU" sz="2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7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ru-RU" sz="2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2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ru-RU" sz="2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Заголовок, содержимое и таблица 1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Графический объект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0" t="0" r="55825" b="26761"/>
          <a:stretch/>
        </p:blipFill>
        <p:spPr>
          <a:xfrm>
            <a:off x="9229680" y="1835280"/>
            <a:ext cx="2962080" cy="5022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" name="Прямоугольник 1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443480" y="1835280"/>
            <a:ext cx="7000560" cy="42793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ru-RU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pic>
        <p:nvPicPr>
          <p:cNvPr id="7" name="Графический объект 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0" t="60904" r="75060" b="10348"/>
          <a:stretch/>
        </p:blipFill>
        <p:spPr>
          <a:xfrm rot="16200000">
            <a:off x="149760" y="-149400"/>
            <a:ext cx="1671840" cy="1971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" name="PlaceHolder 1"/>
          <p:cNvSpPr>
            <a:spLocks noGrp="1"/>
          </p:cNvSpPr>
          <p:nvPr>
            <p:ph type="title" hasCustomPrompt="1"/>
          </p:nvPr>
        </p:nvSpPr>
        <p:spPr>
          <a:xfrm>
            <a:off x="914400" y="365040"/>
            <a:ext cx="10362960" cy="1603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l" defTabSz="914400">
              <a:lnSpc>
                <a:spcPct val="90000"/>
              </a:lnSpc>
              <a:buNone/>
              <a:defRPr lang="ru-RU" sz="3200" b="0" u="none" strike="noStrike" cap="all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ru-RU" sz="3200" b="0" u="none" strike="noStrike" cap="all">
                <a:solidFill>
                  <a:schemeClr val="dk1"/>
                </a:solidFill>
                <a:effectLst/>
                <a:uFillTx/>
                <a:latin typeface="Arial"/>
              </a:rPr>
              <a:t>Заголовок слайда</a:t>
            </a:r>
            <a:endParaRPr lang="ru-RU" sz="3200" b="0" u="none" strike="noStrike" cap="all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 hasCustomPrompt="1"/>
          </p:nvPr>
        </p:nvSpPr>
        <p:spPr>
          <a:xfrm>
            <a:off x="914400" y="2022120"/>
            <a:ext cx="3298680" cy="3914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90000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defRPr lang="ru-RU" sz="20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defRPr lang="ru-RU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defRPr lang="ru-RU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defRPr lang="ru-RU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Текст слайда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Tenorite"/>
            </a:endParaRPr>
          </a:p>
          <a:p>
            <a:pPr marL="685800" lvl="1" indent="-228600" algn="l" defTabSz="914400">
              <a:lnSpc>
                <a:spcPct val="90000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Второй уровень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143000" lvl="2" indent="-228600" algn="l" defTabSz="914400">
              <a:lnSpc>
                <a:spcPct val="90000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</a:pPr>
            <a:r>
              <a:rPr lang="ru-RU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Третий уровень</a:t>
            </a:r>
            <a:endParaRPr lang="ru-RU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600200" lvl="3" indent="-228600" algn="l" defTabSz="914400">
              <a:lnSpc>
                <a:spcPct val="90000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</a:pPr>
            <a:r>
              <a:rPr lang="ru-RU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Четвертый уровень</a:t>
            </a:r>
            <a:endParaRPr lang="ru-RU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057400" lvl="4" indent="-228600" algn="l" defTabSz="914400">
              <a:lnSpc>
                <a:spcPct val="90000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</a:pPr>
            <a:r>
              <a:rPr lang="ru-RU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Пятый уровень</a:t>
            </a:r>
            <a:endParaRPr lang="ru-RU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body" hasCustomPrompt="1"/>
          </p:nvPr>
        </p:nvSpPr>
        <p:spPr>
          <a:xfrm>
            <a:off x="4602240" y="2017800"/>
            <a:ext cx="6675120" cy="3931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>
            <a:lvl1pPr indent="0" algn="l" defTabSz="914400">
              <a:lnSpc>
                <a:spcPct val="100000"/>
              </a:lnSpc>
              <a:buNone/>
              <a:defRPr lang="ru-RU" sz="2000" b="0" u="none" strike="noStrike">
                <a:solidFill>
                  <a:schemeClr val="dk1"/>
                </a:solidFill>
                <a:effectLst/>
                <a:uFillTx/>
                <a:latin typeface="Tenorite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Tenorite"/>
              </a:rPr>
              <a:t>Щелкните значок, чтобы вставить таблицу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Tenorite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sldNum" idx="1"/>
          </p:nvPr>
        </p:nvSpPr>
        <p:spPr>
          <a:xfrm>
            <a:off x="914400" y="6246360"/>
            <a:ext cx="630720" cy="295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FDAE5E2-43D9-4D20-B7D8-47099800F937}" type="slidenum">
              <a:rPr lang="ru-RU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Arial"/>
              </a:rPr>
              <a:t>&lt;номер&gt;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Заголовок и два объекта содержимого 3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Графический объект 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8883" t="34410" r="46639" b="0"/>
          <a:stretch/>
        </p:blipFill>
        <p:spPr>
          <a:xfrm rot="10800000">
            <a:off x="10506600" y="3984480"/>
            <a:ext cx="1685520" cy="2873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" name="Графический объект 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29718" t="47145" r="39391" b="8757"/>
          <a:stretch/>
        </p:blipFill>
        <p:spPr>
          <a:xfrm flipH="1" rot="16200000">
            <a:off x="9781560" y="-311400"/>
            <a:ext cx="2098440" cy="2721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" name="PlaceHolder 1"/>
          <p:cNvSpPr>
            <a:spLocks noGrp="1"/>
          </p:cNvSpPr>
          <p:nvPr>
            <p:ph type="title" hasCustomPrompt="1"/>
          </p:nvPr>
        </p:nvSpPr>
        <p:spPr>
          <a:xfrm>
            <a:off x="892080" y="434160"/>
            <a:ext cx="9524520" cy="1499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l" defTabSz="914400">
              <a:lnSpc>
                <a:spcPct val="90000"/>
              </a:lnSpc>
              <a:buNone/>
              <a:defRPr lang="ru-RU" sz="3200" b="0" u="none" strike="noStrike" cap="all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ru-RU" sz="3200" b="0" u="none" strike="noStrike" cap="all">
                <a:solidFill>
                  <a:schemeClr val="dk1"/>
                </a:solidFill>
                <a:effectLst/>
                <a:uFillTx/>
                <a:latin typeface="Arial"/>
              </a:rPr>
              <a:t>Заголовок слайда</a:t>
            </a:r>
            <a:endParaRPr lang="ru-RU" sz="3200" b="0" u="none" strike="noStrike" cap="all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body" hasCustomPrompt="1"/>
          </p:nvPr>
        </p:nvSpPr>
        <p:spPr>
          <a:xfrm>
            <a:off x="914400" y="2022120"/>
            <a:ext cx="6257160" cy="3914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90000"/>
              </a:lnSpc>
              <a:spcAft>
                <a:spcPts val="1199"/>
              </a:spcAft>
              <a:buNone/>
              <a:tabLst>
                <a:tab pos="0" algn="l"/>
              </a:tabLst>
              <a:defRPr lang="ru-RU" sz="20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ru-RU" sz="20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ru-RU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ru-RU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914400">
              <a:lnSpc>
                <a:spcPct val="90000"/>
              </a:lnSpc>
              <a:spcAft>
                <a:spcPts val="1199"/>
              </a:spcAft>
              <a:buNone/>
              <a:tabLst>
                <a:tab pos="0" algn="l"/>
              </a:tabLst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Текст слайда</a:t>
            </a:r>
            <a:endParaRPr lang="ru-RU" sz="2000" b="1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28600" lvl="1" indent="-228600" algn="l" defTabSz="914400">
              <a:lnSpc>
                <a:spcPct val="90000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Второй уровень</a:t>
            </a:r>
            <a:endParaRPr lang="ru-RU" sz="2000" b="1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685800" lvl="2" indent="-228600" algn="l" defTabSz="914400">
              <a:lnSpc>
                <a:spcPct val="90000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Третий уровень</a:t>
            </a:r>
            <a:endParaRPr lang="ru-RU" sz="1800" b="1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914400" lvl="3" indent="-228600" algn="l" defTabSz="914400">
              <a:lnSpc>
                <a:spcPct val="90000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ru-RU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Четвертый уровень</a:t>
            </a:r>
            <a:endParaRPr lang="ru-RU" sz="1600" b="1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143000" lvl="4" indent="-228600" algn="l" defTabSz="914400">
              <a:lnSpc>
                <a:spcPct val="90000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ru-RU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Пятый уровень</a:t>
            </a:r>
            <a:endParaRPr lang="ru-RU" sz="1600" b="1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body" hasCustomPrompt="1"/>
          </p:nvPr>
        </p:nvSpPr>
        <p:spPr>
          <a:xfrm>
            <a:off x="7967520" y="2018160"/>
            <a:ext cx="2449080" cy="3931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90000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ru-RU" sz="2000" b="1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ru-RU" sz="1800" b="1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ru-RU" sz="1600" b="1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ru-RU" sz="1400" b="1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ru-RU" sz="1400" b="1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ru-RU" sz="2000" b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Текст слайда</a:t>
            </a:r>
            <a:endParaRPr lang="ru-RU" sz="2000" b="1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11480" lvl="1" indent="-228600" algn="l" defTabSz="914400">
              <a:lnSpc>
                <a:spcPct val="90000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ru-RU" sz="1800" b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Второй уровень</a:t>
            </a:r>
            <a:endParaRPr lang="ru-RU" sz="1800" b="1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02920" lvl="2" indent="-228600" algn="l" defTabSz="914400">
              <a:lnSpc>
                <a:spcPct val="90000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ru-RU" sz="1600" b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Третий уровень</a:t>
            </a:r>
            <a:endParaRPr lang="ru-RU" sz="1600" b="1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94360" lvl="3" indent="-228600" algn="l" defTabSz="914400">
              <a:lnSpc>
                <a:spcPct val="90000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ru-RU" sz="1400" b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Четвертый уровень</a:t>
            </a:r>
            <a:endParaRPr lang="ru-RU" sz="1400" b="1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685800" lvl="4" indent="-228600" algn="l" defTabSz="914400">
              <a:lnSpc>
                <a:spcPct val="90000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ru-RU" sz="1400" b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Пятый уровень</a:t>
            </a:r>
            <a:endParaRPr lang="ru-RU" sz="1400" b="1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 type="sldNum" idx="2"/>
          </p:nvPr>
        </p:nvSpPr>
        <p:spPr>
          <a:xfrm>
            <a:off x="914400" y="6246360"/>
            <a:ext cx="630720" cy="295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51A896A-264E-4E86-A435-EA576F66AA0F}" type="slidenum">
              <a:rPr lang="ru-RU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Arial"/>
              </a:rPr>
              <a:t>&lt;номер&gt;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Таблица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Графический объект 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8883" t="18054" r="46639" b="0"/>
          <a:stretch/>
        </p:blipFill>
        <p:spPr>
          <a:xfrm rot="5400000">
            <a:off x="9554040" y="-952200"/>
            <a:ext cx="1685520" cy="3590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" name="PlaceHolder 1"/>
          <p:cNvSpPr>
            <a:spLocks noGrp="1"/>
          </p:cNvSpPr>
          <p:nvPr>
            <p:ph type="title" hasCustomPrompt="1"/>
          </p:nvPr>
        </p:nvSpPr>
        <p:spPr>
          <a:xfrm>
            <a:off x="923400" y="584640"/>
            <a:ext cx="10353600" cy="120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l" defTabSz="914400">
              <a:lnSpc>
                <a:spcPct val="90000"/>
              </a:lnSpc>
              <a:buNone/>
              <a:defRPr lang="ru-RU" sz="3200" b="0" u="none" strike="noStrike" cap="all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ru-RU" sz="3200" b="0" u="none" strike="noStrike" cap="all">
                <a:solidFill>
                  <a:schemeClr val="dk1"/>
                </a:solidFill>
                <a:effectLst/>
                <a:uFillTx/>
                <a:latin typeface="Arial"/>
              </a:rPr>
              <a:t>Заголовок слайда</a:t>
            </a:r>
            <a:endParaRPr lang="ru-RU" sz="3200" b="0" u="none" strike="noStrike" cap="all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923400" y="2009880"/>
            <a:ext cx="10353600" cy="39315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>
            <a:lvl1pPr indent="0" algn="l" defTabSz="914400">
              <a:lnSpc>
                <a:spcPct val="100000"/>
              </a:lnSpc>
              <a:buNone/>
              <a:defRPr lang="ru-RU" sz="2400" b="0" u="none" strike="noStrike">
                <a:solidFill>
                  <a:schemeClr val="dk1"/>
                </a:solidFill>
                <a:effectLst/>
                <a:uFillTx/>
                <a:latin typeface="Tenorite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ru-RU" sz="2400" b="0" u="none" strike="noStrike">
                <a:solidFill>
                  <a:schemeClr val="dk1"/>
                </a:solidFill>
                <a:effectLst/>
                <a:uFillTx/>
                <a:latin typeface="Tenorite"/>
              </a:rPr>
              <a:t>Вставка таблицы</a:t>
            </a:r>
            <a:endParaRPr lang="ru-RU" sz="2400" b="0" u="none" strike="noStrike">
              <a:solidFill>
                <a:schemeClr val="dk1"/>
              </a:solidFill>
              <a:effectLst/>
              <a:uFillTx/>
              <a:latin typeface="Tenorite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sldNum" idx="3"/>
          </p:nvPr>
        </p:nvSpPr>
        <p:spPr>
          <a:xfrm>
            <a:off x="914400" y="6246360"/>
            <a:ext cx="630720" cy="295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F4359D2-8207-42EF-9C27-63927C4DED70}" type="slidenum">
              <a:rPr lang="ru-RU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Arial"/>
              </a:rPr>
              <a:t>&lt;номер&gt;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Заключение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 hasCustomPrompt="1"/>
          </p:nvPr>
        </p:nvSpPr>
        <p:spPr>
          <a:xfrm>
            <a:off x="6091560" y="374040"/>
            <a:ext cx="5056920" cy="3624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90000"/>
              </a:lnSpc>
              <a:buNone/>
              <a:defRPr lang="ru-RU" sz="4800" b="0" u="none" strike="noStrike" cap="all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ru-RU" sz="4800" b="0" u="none" strike="noStrike" cap="all">
                <a:solidFill>
                  <a:schemeClr val="lt1"/>
                </a:solidFill>
                <a:effectLst/>
                <a:uFillTx/>
                <a:latin typeface="Arial"/>
              </a:rPr>
              <a:t>Заголовок слайда</a:t>
            </a:r>
            <a:endParaRPr lang="ru-RU" sz="4800" b="0" u="none" strike="noStrike" cap="all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 hasCustomPrompt="1"/>
          </p:nvPr>
        </p:nvSpPr>
        <p:spPr>
          <a:xfrm>
            <a:off x="6091560" y="4173120"/>
            <a:ext cx="5056920" cy="251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ru-RU" sz="20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buClr>
                <a:srgbClr val="FFFFFF"/>
              </a:buClr>
              <a:buFont typeface="Arial"/>
              <a:buChar char="•"/>
              <a:tabLst>
                <a:tab pos="0" algn="l"/>
              </a:tabLst>
              <a:defRPr lang="ru-RU" sz="18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buClr>
                <a:srgbClr val="FFFFFF"/>
              </a:buClr>
              <a:buFont typeface="Arial"/>
              <a:buChar char="•"/>
              <a:tabLst>
                <a:tab pos="0" algn="l"/>
              </a:tabLst>
              <a:defRPr lang="ru-RU" sz="16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buClr>
                <a:srgbClr val="FFFFFF"/>
              </a:buClr>
              <a:buFont typeface="Arial"/>
              <a:buChar char="•"/>
              <a:tabLst>
                <a:tab pos="0" algn="l"/>
              </a:tabLst>
              <a:defRPr lang="ru-RU" sz="14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buClr>
                <a:srgbClr val="FFFFFF"/>
              </a:buClr>
              <a:buFont typeface="Arial"/>
              <a:buChar char="•"/>
              <a:tabLst>
                <a:tab pos="0" algn="l"/>
              </a:tabLst>
              <a:defRPr lang="ru-RU" sz="12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ru-RU" sz="20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Щелкните, чтобы добавить содержимое</a:t>
            </a:r>
            <a:endParaRPr lang="ru-RU" sz="20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  <a:p>
            <a:pPr marL="743040" lvl="1" indent="-285840" algn="l" defTabSz="914400">
              <a:lnSpc>
                <a:spcPct val="90000"/>
              </a:lnSpc>
              <a:buClr>
                <a:srgbClr val="FFFFFF"/>
              </a:buClr>
              <a:buFont typeface="Arial"/>
              <a:buChar char="•"/>
              <a:tabLst>
                <a:tab pos="0" algn="l"/>
              </a:tabLst>
            </a:pPr>
            <a:r>
              <a:rPr lang="ru-RU" sz="18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Второй уровень</a:t>
            </a:r>
            <a:endParaRPr lang="ru-RU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  <a:p>
            <a:pPr marL="1200240" lvl="2" indent="-285840" algn="l" defTabSz="914400">
              <a:lnSpc>
                <a:spcPct val="90000"/>
              </a:lnSpc>
              <a:buClr>
                <a:srgbClr val="FFFFFF"/>
              </a:buClr>
              <a:buFont typeface="Arial"/>
              <a:buChar char="•"/>
              <a:tabLst>
                <a:tab pos="0" algn="l"/>
              </a:tabLst>
            </a:pPr>
            <a:r>
              <a:rPr lang="ru-RU" sz="16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Третий уровень</a:t>
            </a:r>
            <a:endParaRPr lang="ru-RU" sz="16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  <a:p>
            <a:pPr marL="1657440" lvl="3" indent="-285840" algn="l" defTabSz="914400">
              <a:lnSpc>
                <a:spcPct val="90000"/>
              </a:lnSpc>
              <a:buClr>
                <a:srgbClr val="FFFFFF"/>
              </a:buClr>
              <a:buFont typeface="Arial"/>
              <a:buChar char="•"/>
              <a:tabLst>
                <a:tab pos="0" algn="l"/>
              </a:tabLst>
            </a:pPr>
            <a:r>
              <a:rPr lang="ru-RU" sz="14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Четвертый уровень</a:t>
            </a:r>
            <a:endParaRPr lang="ru-RU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  <a:p>
            <a:pPr marL="2000160" lvl="4" indent="-171360" algn="l" defTabSz="914400">
              <a:lnSpc>
                <a:spcPct val="90000"/>
              </a:lnSpc>
              <a:buClr>
                <a:srgbClr val="FFFFFF"/>
              </a:buClr>
              <a:buFont typeface="Arial"/>
              <a:buChar char="•"/>
              <a:tabLst>
                <a:tab pos="0" algn="l"/>
              </a:tabLst>
            </a:pPr>
            <a:r>
              <a:rPr lang="ru-RU" sz="12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Пятый уровень</a:t>
            </a:r>
            <a:endParaRPr lang="ru-RU" sz="12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pic>
        <p:nvPicPr>
          <p:cNvPr id="24" name="Графический объект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149" t="0" r="18576" b="0"/>
          <a:stretch/>
        </p:blipFill>
        <p:spPr>
          <a:xfrm flipH="1">
            <a:off x="360" y="0"/>
            <a:ext cx="5181120" cy="685764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Введение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Графический объект 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5400000">
            <a:off x="7851960" y="-1244520"/>
            <a:ext cx="3095640" cy="5584680"/>
          </a:xfrm>
          <a:custGeom>
            <a:avLst/>
            <a:gdLst>
              <a:gd name="textAreaLeft" fmla="*/ 0 w 3095640"/>
              <a:gd name="textAreaRight" fmla="*/ 3096000 w 3095640"/>
              <a:gd name="textAreaTop" fmla="*/ 0 h 5584680"/>
              <a:gd name="textAreaBottom" fmla="*/ 5585040 h 5584680"/>
              <a:gd name="GluePoint1X" fmla="*/ 0 w 1756624"/>
              <a:gd name="GluePoint1Y" fmla="*/ 0 h 6858000"/>
              <a:gd name="GluePoint2X" fmla="*/ 1756624 w 1756624"/>
              <a:gd name="GluePoint2Y" fmla="*/ 0 h 6858000"/>
              <a:gd name="GluePoint3X" fmla="*/ 1756624 w 1756624"/>
              <a:gd name="GluePoint3Y" fmla="*/ 6858000 h 6858000"/>
              <a:gd name="GluePoint4X" fmla="*/ 0 w 1756624"/>
              <a:gd name="GluePoint4Y" fmla="*/ 6858000 h 68580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</a:cxnLst>
            <a:rect l="textAreaLeft" t="textAreaTop" r="textAreaRight" b="textAreaBottom"/>
            <a:pathLst>
              <a:path w="1756624" h="6858000">
                <a:moveTo>
                  <a:pt x="0" y="0"/>
                </a:moveTo>
                <a:lnTo>
                  <a:pt x="1756624" y="0"/>
                </a:lnTo>
                <a:lnTo>
                  <a:pt x="1756624" y="6858000"/>
                </a:lnTo>
                <a:lnTo>
                  <a:pt x="0" y="685800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6" name="Графический объект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4149" t="0" r="18576" b="0"/>
          <a:stretch/>
        </p:blipFill>
        <p:spPr>
          <a:xfrm>
            <a:off x="7010280" y="0"/>
            <a:ext cx="518112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" name="PlaceHolder 1"/>
          <p:cNvSpPr>
            <a:spLocks noGrp="1"/>
          </p:cNvSpPr>
          <p:nvPr>
            <p:ph type="title" hasCustomPrompt="1"/>
          </p:nvPr>
        </p:nvSpPr>
        <p:spPr>
          <a:xfrm>
            <a:off x="914400" y="315360"/>
            <a:ext cx="5181120" cy="2376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90000"/>
              </a:lnSpc>
              <a:buNone/>
              <a:defRPr lang="ru-RU" sz="3200" b="0" u="none" strike="noStrike" cap="all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ru-RU" sz="3200" b="0" u="none" strike="noStrike" cap="all">
                <a:solidFill>
                  <a:schemeClr val="dk1"/>
                </a:solidFill>
                <a:effectLst/>
                <a:uFillTx/>
                <a:latin typeface="Arial"/>
              </a:rPr>
              <a:t>Заголовок слайда</a:t>
            </a:r>
            <a:endParaRPr lang="ru-RU" sz="3200" b="0" u="none" strike="noStrike" cap="all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 hasCustomPrompt="1"/>
          </p:nvPr>
        </p:nvSpPr>
        <p:spPr>
          <a:xfrm>
            <a:off x="914400" y="2844720"/>
            <a:ext cx="5181120" cy="3128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120000"/>
              </a:lnSpc>
              <a:spcBef>
                <a:spcPts val="1001"/>
              </a:spcBef>
              <a:buNone/>
              <a:tabLst>
                <a:tab pos="0" algn="l"/>
              </a:tabLst>
              <a:defRPr lang="ru-RU" sz="20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ru-RU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ru-RU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ru-RU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914400">
              <a:lnSpc>
                <a:spcPct val="12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Текст слайда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685800" lvl="1" indent="-2286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Второй уровень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143000" lvl="2" indent="-2286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ru-RU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Третий уровень</a:t>
            </a:r>
            <a:endParaRPr lang="ru-RU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600200" lvl="3" indent="-2286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ru-RU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Четвертый уровень</a:t>
            </a:r>
            <a:endParaRPr lang="ru-RU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057400" lvl="4" indent="-2286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ru-RU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Пятый уровень</a:t>
            </a:r>
            <a:endParaRPr lang="ru-RU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sldNum" idx="4"/>
          </p:nvPr>
        </p:nvSpPr>
        <p:spPr>
          <a:xfrm>
            <a:off x="914400" y="6246360"/>
            <a:ext cx="630720" cy="295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224E43D-9B2A-4010-9549-E6466DF9C27D}" type="slidenum">
              <a:rPr lang="ru-RU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Arial"/>
              </a:rPr>
              <a:t>&lt;номер&gt;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Заголовок раздела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Графический объект 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3298" t="13815" r="0" b="0"/>
          <a:stretch/>
        </p:blipFill>
        <p:spPr>
          <a:xfrm>
            <a:off x="0" y="0"/>
            <a:ext cx="4239000" cy="3775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" name="PlaceHolder 1"/>
          <p:cNvSpPr>
            <a:spLocks noGrp="1"/>
          </p:cNvSpPr>
          <p:nvPr>
            <p:ph type="title" hasCustomPrompt="1"/>
          </p:nvPr>
        </p:nvSpPr>
        <p:spPr>
          <a:xfrm>
            <a:off x="914400" y="2580480"/>
            <a:ext cx="5181120" cy="3368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90000"/>
              </a:lnSpc>
              <a:buNone/>
              <a:defRPr lang="ru-RU" sz="4800" b="0" u="none" strike="noStrike" cap="all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ru-RU" sz="4800" b="0" u="none" strike="noStrike" cap="all">
                <a:solidFill>
                  <a:schemeClr val="lt1"/>
                </a:solidFill>
                <a:effectLst/>
                <a:uFillTx/>
                <a:latin typeface="Arial"/>
              </a:rPr>
              <a:t>Заголовок слайда</a:t>
            </a:r>
            <a:endParaRPr lang="ru-RU" sz="4800" b="0" u="none" strike="noStrike" cap="all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 hasCustomPrompt="1"/>
          </p:nvPr>
        </p:nvSpPr>
        <p:spPr>
          <a:xfrm>
            <a:off x="6085800" y="-10080"/>
            <a:ext cx="6116040" cy="68677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ru-RU" sz="2000" b="0" u="none" strike="noStrike">
                <a:solidFill>
                  <a:schemeClr val="lt1"/>
                </a:solidFill>
                <a:effectLst/>
                <a:uFillTx/>
                <a:latin typeface="Tenorite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2000" b="0" u="none" strike="noStrike">
                <a:solidFill>
                  <a:schemeClr val="lt1"/>
                </a:solidFill>
                <a:effectLst/>
                <a:uFillTx/>
                <a:latin typeface="Tenorite"/>
              </a:rPr>
              <a:t>Щелкните значок, чтобы вставить рисунок</a:t>
            </a:r>
            <a:endParaRPr lang="ru-RU" sz="2000" b="0" u="none" strike="noStrike">
              <a:solidFill>
                <a:schemeClr val="lt1"/>
              </a:solidFill>
              <a:effectLst/>
              <a:uFillTx/>
              <a:latin typeface="Tenorite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зор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Графический объект 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5161" t="-5376" r="0" b="78532"/>
          <a:stretch/>
        </p:blipFill>
        <p:spPr>
          <a:xfrm rot="10800000">
            <a:off x="6325200" y="0"/>
            <a:ext cx="5866920" cy="1647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" name="PlaceHolder 1"/>
          <p:cNvSpPr>
            <a:spLocks noGrp="1"/>
          </p:cNvSpPr>
          <p:nvPr>
            <p:ph type="title" hasCustomPrompt="1"/>
          </p:nvPr>
        </p:nvSpPr>
        <p:spPr>
          <a:xfrm>
            <a:off x="6126480" y="1310760"/>
            <a:ext cx="4805640" cy="2689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90000"/>
              </a:lnSpc>
              <a:buNone/>
              <a:defRPr lang="ru-RU" sz="4800" b="0" u="none" strike="noStrike" cap="all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ru-RU" sz="4800" b="0" u="none" strike="noStrike" cap="all">
                <a:solidFill>
                  <a:schemeClr val="dk1"/>
                </a:solidFill>
                <a:effectLst/>
                <a:uFillTx/>
                <a:latin typeface="Arial"/>
              </a:rPr>
              <a:t>Заголовок слайда</a:t>
            </a:r>
            <a:endParaRPr lang="ru-RU" sz="4800" b="0" u="none" strike="noStrike" cap="all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body"/>
          </p:nvPr>
        </p:nvSpPr>
        <p:spPr>
          <a:xfrm>
            <a:off x="0" y="-10080"/>
            <a:ext cx="6095520" cy="68576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ru-RU" sz="2000" b="0" u="none" strike="noStrike">
                <a:solidFill>
                  <a:schemeClr val="dk1"/>
                </a:solidFill>
                <a:effectLst/>
                <a:uFillTx/>
                <a:latin typeface="Tenorite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Tenorite"/>
              </a:rPr>
              <a:t>Вставка рисунка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body" hasCustomPrompt="1"/>
          </p:nvPr>
        </p:nvSpPr>
        <p:spPr>
          <a:xfrm>
            <a:off x="6126120" y="4173120"/>
            <a:ext cx="4805640" cy="2389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ru-RU" sz="20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marL="457200" indent="0" algn="l" defTabSz="914400">
              <a:lnSpc>
                <a:spcPct val="90000"/>
              </a:lnSpc>
              <a:spcBef>
                <a:spcPts val="499"/>
              </a:spcBef>
              <a:buNone/>
              <a:tabLst>
                <a:tab pos="0" algn="l"/>
              </a:tabLst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marL="914400" indent="0" algn="l" defTabSz="914400">
              <a:lnSpc>
                <a:spcPct val="90000"/>
              </a:lnSpc>
              <a:spcBef>
                <a:spcPts val="499"/>
              </a:spcBef>
              <a:buNone/>
              <a:tabLst>
                <a:tab pos="0" algn="l"/>
              </a:tabLst>
              <a:defRPr lang="ru-RU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marL="1371600" indent="0" algn="l" defTabSz="914400">
              <a:lnSpc>
                <a:spcPct val="90000"/>
              </a:lnSpc>
              <a:spcBef>
                <a:spcPts val="499"/>
              </a:spcBef>
              <a:buNone/>
              <a:tabLst>
                <a:tab pos="0" algn="l"/>
              </a:tabLst>
              <a:defRPr lang="ru-RU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marL="1828800" indent="0" algn="l" defTabSz="914400">
              <a:lnSpc>
                <a:spcPct val="90000"/>
              </a:lnSpc>
              <a:spcBef>
                <a:spcPts val="499"/>
              </a:spcBef>
              <a:buNone/>
              <a:tabLst>
                <a:tab pos="0" algn="l"/>
              </a:tabLst>
              <a:defRPr lang="ru-RU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Текст слайда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0" algn="l" defTabSz="914400">
              <a:lnSpc>
                <a:spcPct val="90000"/>
              </a:lnSpc>
              <a:spcBef>
                <a:spcPts val="499"/>
              </a:spcBef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Второй уровень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914400" indent="0" algn="l" defTabSz="914400">
              <a:lnSpc>
                <a:spcPct val="90000"/>
              </a:lnSpc>
              <a:spcBef>
                <a:spcPts val="499"/>
              </a:spcBef>
              <a:buNone/>
              <a:tabLst>
                <a:tab pos="0" algn="l"/>
              </a:tabLst>
            </a:pPr>
            <a:r>
              <a:rPr lang="ru-RU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Третий уровень</a:t>
            </a:r>
            <a:endParaRPr lang="ru-RU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71600" indent="0" algn="l" defTabSz="914400">
              <a:lnSpc>
                <a:spcPct val="90000"/>
              </a:lnSpc>
              <a:spcBef>
                <a:spcPts val="499"/>
              </a:spcBef>
              <a:buNone/>
              <a:tabLst>
                <a:tab pos="0" algn="l"/>
              </a:tabLst>
            </a:pPr>
            <a:r>
              <a:rPr lang="ru-RU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Четвертый уровень</a:t>
            </a:r>
            <a:endParaRPr lang="ru-RU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828800" indent="0" algn="l" defTabSz="914400">
              <a:lnSpc>
                <a:spcPct val="90000"/>
              </a:lnSpc>
              <a:spcBef>
                <a:spcPts val="499"/>
              </a:spcBef>
              <a:buNone/>
              <a:tabLst>
                <a:tab pos="0" algn="l"/>
              </a:tabLst>
            </a:pPr>
            <a:r>
              <a:rPr lang="ru-RU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Пятый уровень</a:t>
            </a:r>
            <a:endParaRPr lang="ru-RU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Заголовок и объект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Графический объект 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9135360" y="0"/>
            <a:ext cx="3056400" cy="6857640"/>
          </a:xfrm>
          <a:custGeom>
            <a:avLst/>
            <a:gdLst>
              <a:gd name="textAreaLeft" fmla="*/ 360 w 3056400"/>
              <a:gd name="textAreaRight" fmla="*/ 3057120 w 3056400"/>
              <a:gd name="textAreaTop" fmla="*/ 0 h 6857640"/>
              <a:gd name="textAreaBottom" fmla="*/ 6858000 h 6857640"/>
              <a:gd name="GluePoint1X" fmla="*/ 4284372 w 4284372"/>
              <a:gd name="GluePoint1Y" fmla="*/ 0 h 6858000"/>
              <a:gd name="GluePoint2X" fmla="*/ 0 w 4284372"/>
              <a:gd name="GluePoint2Y" fmla="*/ 0 h 6858000"/>
              <a:gd name="GluePoint3X" fmla="*/ 0 w 4284372"/>
              <a:gd name="GluePoint3Y" fmla="*/ 6858000 h 6858000"/>
              <a:gd name="GluePoint4X" fmla="*/ 4284372 w 4284372"/>
              <a:gd name="GluePoint4Y" fmla="*/ 6858000 h 68580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</a:cxnLst>
            <a:rect l="textAreaLeft" t="textAreaTop" r="textAreaRight" b="textAreaBottom"/>
            <a:pathLst>
              <a:path w="4284372" h="6858000">
                <a:moveTo>
                  <a:pt x="4284372" y="0"/>
                </a:moveTo>
                <a:lnTo>
                  <a:pt x="0" y="0"/>
                </a:lnTo>
                <a:lnTo>
                  <a:pt x="0" y="6858000"/>
                </a:lnTo>
                <a:lnTo>
                  <a:pt x="4284372" y="685800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8" name="Графический объект 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0" t="0" r="0" b="2334"/>
          <a:stretch/>
        </p:blipFill>
        <p:spPr>
          <a:xfrm>
            <a:off x="7810560" y="3025080"/>
            <a:ext cx="4381200" cy="3832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" name="PlaceHolder 1"/>
          <p:cNvSpPr>
            <a:spLocks noGrp="1"/>
          </p:cNvSpPr>
          <p:nvPr>
            <p:ph type="title" hasCustomPrompt="1"/>
          </p:nvPr>
        </p:nvSpPr>
        <p:spPr>
          <a:xfrm>
            <a:off x="914400" y="365040"/>
            <a:ext cx="7273440" cy="1646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l" defTabSz="914400">
              <a:lnSpc>
                <a:spcPct val="90000"/>
              </a:lnSpc>
              <a:buNone/>
              <a:defRPr lang="ru-RU" sz="3200" b="0" u="none" strike="noStrike" cap="all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ru-RU" sz="3200" b="0" u="none" strike="noStrike" cap="all">
                <a:solidFill>
                  <a:schemeClr val="dk1"/>
                </a:solidFill>
                <a:effectLst/>
                <a:uFillTx/>
                <a:latin typeface="Arial"/>
              </a:rPr>
              <a:t>Заголовок слайда</a:t>
            </a:r>
            <a:endParaRPr lang="ru-RU" sz="3200" b="0" u="none" strike="noStrike" cap="all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body" hasCustomPrompt="1"/>
          </p:nvPr>
        </p:nvSpPr>
        <p:spPr>
          <a:xfrm>
            <a:off x="914400" y="2011320"/>
            <a:ext cx="7273440" cy="4155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90000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defRPr lang="ru-RU" sz="20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defRPr lang="ru-RU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defRPr lang="ru-RU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defRPr lang="ru-RU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Текст слайда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685800" lvl="1" indent="-228600" algn="l" defTabSz="914400">
              <a:lnSpc>
                <a:spcPct val="90000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Второй уровень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143000" lvl="2" indent="-228600" algn="l" defTabSz="914400">
              <a:lnSpc>
                <a:spcPct val="90000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</a:pPr>
            <a:r>
              <a:rPr lang="ru-RU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Третий уровень</a:t>
            </a:r>
            <a:endParaRPr lang="ru-RU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600200" lvl="3" indent="-228600" algn="l" defTabSz="914400">
              <a:lnSpc>
                <a:spcPct val="90000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</a:pPr>
            <a:r>
              <a:rPr lang="ru-RU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Четвертый уровень</a:t>
            </a:r>
            <a:endParaRPr lang="ru-RU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057400" lvl="4" indent="-228600" algn="l" defTabSz="914400">
              <a:lnSpc>
                <a:spcPct val="90000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</a:pPr>
            <a:r>
              <a:rPr lang="ru-RU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Пятый уровень</a:t>
            </a:r>
            <a:endParaRPr lang="ru-RU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 type="sldNum" idx="5"/>
          </p:nvPr>
        </p:nvSpPr>
        <p:spPr>
          <a:xfrm>
            <a:off x="914400" y="6246360"/>
            <a:ext cx="630720" cy="295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28FF80C-B460-48D8-8D22-BF24DE0B9457}" type="slidenum">
              <a:rPr lang="ru-RU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Arial"/>
              </a:rPr>
              <a:t>&lt;номер&gt;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Заголовок, содержимое и изображение слева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Графический объект 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 rot="16200000">
            <a:off x="8039160" y="228960"/>
            <a:ext cx="4381200" cy="3924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6095880" y="375120"/>
            <a:ext cx="4896360" cy="3624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90000"/>
              </a:lnSpc>
              <a:buNone/>
              <a:defRPr lang="ru-RU" sz="4800" b="0" u="none" strike="noStrike" cap="all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ru-RU" sz="4800" b="0" u="none" strike="noStrike" cap="all">
                <a:solidFill>
                  <a:schemeClr val="lt1"/>
                </a:solidFill>
                <a:effectLst/>
                <a:uFillTx/>
                <a:latin typeface="Arial"/>
              </a:rPr>
              <a:t>Образец заголовка</a:t>
            </a:r>
            <a:endParaRPr lang="ru-RU" sz="4800" b="0" u="none" strike="noStrike" cap="all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6095520" cy="68576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ru-RU" sz="2000" b="0" u="none" strike="noStrike">
                <a:solidFill>
                  <a:schemeClr val="lt1"/>
                </a:solidFill>
                <a:effectLst/>
                <a:uFillTx/>
                <a:latin typeface="Tenorite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2000" b="0" u="none" strike="noStrike">
                <a:solidFill>
                  <a:schemeClr val="lt1"/>
                </a:solidFill>
                <a:effectLst/>
                <a:uFillTx/>
                <a:latin typeface="Tenorite"/>
              </a:rPr>
              <a:t>Вставка рисунка</a:t>
            </a:r>
            <a:endParaRPr lang="ru-RU" sz="20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3"/>
          <p:cNvSpPr>
            <a:spLocks noGrp="1"/>
          </p:cNvSpPr>
          <p:nvPr>
            <p:ph type="body" hasCustomPrompt="1"/>
          </p:nvPr>
        </p:nvSpPr>
        <p:spPr>
          <a:xfrm>
            <a:off x="6095880" y="4173120"/>
            <a:ext cx="4896360" cy="2309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90000"/>
              </a:lnSpc>
              <a:spcAft>
                <a:spcPts val="1199"/>
              </a:spcAft>
              <a:buNone/>
              <a:tabLst>
                <a:tab pos="0" algn="l"/>
              </a:tabLst>
              <a:defRPr lang="ru-RU" sz="20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Aft>
                <a:spcPts val="1199"/>
              </a:spcAft>
              <a:buClr>
                <a:srgbClr val="FFFFFF"/>
              </a:buClr>
              <a:buFont typeface="Arial"/>
              <a:buChar char="•"/>
              <a:tabLst>
                <a:tab pos="0" algn="l"/>
              </a:tabLst>
              <a:defRPr lang="ru-RU" sz="18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Aft>
                <a:spcPts val="1199"/>
              </a:spcAft>
              <a:buClr>
                <a:srgbClr val="FFFFFF"/>
              </a:buClr>
              <a:buFont typeface="Arial"/>
              <a:buChar char="•"/>
              <a:tabLst>
                <a:tab pos="0" algn="l"/>
              </a:tabLst>
              <a:defRPr lang="ru-RU" sz="16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Aft>
                <a:spcPts val="1199"/>
              </a:spcAft>
              <a:buClr>
                <a:srgbClr val="FFFFFF"/>
              </a:buClr>
              <a:buFont typeface="Arial"/>
              <a:buChar char="•"/>
              <a:tabLst>
                <a:tab pos="0" algn="l"/>
              </a:tabLst>
              <a:defRPr lang="ru-RU" sz="14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Aft>
                <a:spcPts val="1199"/>
              </a:spcAft>
              <a:buClr>
                <a:srgbClr val="FFFFFF"/>
              </a:buClr>
              <a:buFont typeface="Arial"/>
              <a:buChar char="•"/>
              <a:tabLst>
                <a:tab pos="0" algn="l"/>
              </a:tabLst>
              <a:defRPr lang="ru-RU" sz="14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914400">
              <a:lnSpc>
                <a:spcPct val="90000"/>
              </a:lnSpc>
              <a:spcAft>
                <a:spcPts val="1199"/>
              </a:spcAft>
              <a:buNone/>
              <a:tabLst>
                <a:tab pos="0" algn="l"/>
              </a:tabLst>
            </a:pPr>
            <a:r>
              <a:rPr lang="ru-RU" sz="20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Текст слайда</a:t>
            </a:r>
            <a:endParaRPr lang="ru-RU" sz="20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  <a:p>
            <a:pPr marL="743040" lvl="1" indent="-285840" algn="l" defTabSz="914400">
              <a:lnSpc>
                <a:spcPct val="90000"/>
              </a:lnSpc>
              <a:spcAft>
                <a:spcPts val="1199"/>
              </a:spcAft>
              <a:buClr>
                <a:srgbClr val="FFFFFF"/>
              </a:buClr>
              <a:buFont typeface="Arial"/>
              <a:buChar char="•"/>
              <a:tabLst>
                <a:tab pos="0" algn="l"/>
              </a:tabLst>
            </a:pPr>
            <a:r>
              <a:rPr lang="ru-RU" sz="18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Второй уровень</a:t>
            </a:r>
            <a:endParaRPr lang="ru-RU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  <a:p>
            <a:pPr marL="1200240" lvl="2" indent="-285840" algn="l" defTabSz="914400">
              <a:lnSpc>
                <a:spcPct val="90000"/>
              </a:lnSpc>
              <a:spcAft>
                <a:spcPts val="1199"/>
              </a:spcAft>
              <a:buClr>
                <a:srgbClr val="FFFFFF"/>
              </a:buClr>
              <a:buFont typeface="Arial"/>
              <a:buChar char="•"/>
              <a:tabLst>
                <a:tab pos="0" algn="l"/>
              </a:tabLst>
            </a:pPr>
            <a:r>
              <a:rPr lang="ru-RU" sz="16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Третий уровень</a:t>
            </a:r>
            <a:endParaRPr lang="ru-RU" sz="16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  <a:p>
            <a:pPr marL="1657440" lvl="3" indent="-285840" algn="l" defTabSz="914400">
              <a:lnSpc>
                <a:spcPct val="90000"/>
              </a:lnSpc>
              <a:spcAft>
                <a:spcPts val="1199"/>
              </a:spcAft>
              <a:buClr>
                <a:srgbClr val="FFFFFF"/>
              </a:buClr>
              <a:buFont typeface="Arial"/>
              <a:buChar char="•"/>
              <a:tabLst>
                <a:tab pos="0" algn="l"/>
              </a:tabLst>
            </a:pPr>
            <a:r>
              <a:rPr lang="ru-RU" sz="14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Четвертый уровень</a:t>
            </a:r>
            <a:endParaRPr lang="ru-RU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  <a:p>
            <a:pPr marL="2114640" lvl="4" indent="-285840" algn="l" defTabSz="914400">
              <a:lnSpc>
                <a:spcPct val="90000"/>
              </a:lnSpc>
              <a:spcAft>
                <a:spcPts val="1199"/>
              </a:spcAft>
              <a:buClr>
                <a:srgbClr val="FFFFFF"/>
              </a:buClr>
              <a:buFont typeface="Arial"/>
              <a:buChar char="•"/>
              <a:tabLst>
                <a:tab pos="0" algn="l"/>
              </a:tabLst>
            </a:pPr>
            <a:r>
              <a:rPr lang="ru-RU" sz="14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Пятый уровень</a:t>
            </a:r>
            <a:endParaRPr lang="ru-RU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Заголовок и два объекта содержимого 1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Графический объект 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956" t="41987" r="53991" b="33422"/>
          <a:stretch/>
        </p:blipFill>
        <p:spPr>
          <a:xfrm rot="10800000">
            <a:off x="9199440" y="0"/>
            <a:ext cx="2992680" cy="1517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7" name="Графический объект 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25444" t="24818" r="46499" b="0"/>
          <a:stretch/>
        </p:blipFill>
        <p:spPr>
          <a:xfrm rot="16200000">
            <a:off x="961200" y="4525560"/>
            <a:ext cx="1371240" cy="3293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" name="PlaceHolder 1"/>
          <p:cNvSpPr>
            <a:spLocks noGrp="1"/>
          </p:cNvSpPr>
          <p:nvPr>
            <p:ph type="title" hasCustomPrompt="1"/>
          </p:nvPr>
        </p:nvSpPr>
        <p:spPr>
          <a:xfrm>
            <a:off x="914400" y="365040"/>
            <a:ext cx="10362960" cy="162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l" defTabSz="914400">
              <a:lnSpc>
                <a:spcPct val="90000"/>
              </a:lnSpc>
              <a:buNone/>
              <a:defRPr lang="ru-RU" sz="3200" b="0" u="none" strike="noStrike" cap="all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ru-RU" sz="3200" b="0" u="none" strike="noStrike" cap="all">
                <a:solidFill>
                  <a:schemeClr val="dk1"/>
                </a:solidFill>
                <a:effectLst/>
                <a:uFillTx/>
                <a:latin typeface="Arial"/>
              </a:rPr>
              <a:t>Заголовок слайда</a:t>
            </a:r>
            <a:endParaRPr lang="ru-RU" sz="3200" b="0" u="none" strike="noStrike" cap="all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body" hasCustomPrompt="1"/>
          </p:nvPr>
        </p:nvSpPr>
        <p:spPr>
          <a:xfrm>
            <a:off x="914400" y="2022120"/>
            <a:ext cx="4992480" cy="3746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90000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defRPr lang="ru-RU" sz="20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defRPr lang="ru-RU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defRPr lang="ru-RU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defRPr lang="ru-RU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Текст слайда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685800" lvl="1" indent="-228600" algn="l" defTabSz="914400">
              <a:lnSpc>
                <a:spcPct val="90000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Второй уровень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143000" lvl="2" indent="-228600" algn="l" defTabSz="914400">
              <a:lnSpc>
                <a:spcPct val="90000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</a:pPr>
            <a:r>
              <a:rPr lang="ru-RU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Третий уровень</a:t>
            </a:r>
            <a:endParaRPr lang="ru-RU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600200" lvl="3" indent="-228600" algn="l" defTabSz="914400">
              <a:lnSpc>
                <a:spcPct val="90000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</a:pPr>
            <a:r>
              <a:rPr lang="ru-RU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Четвертый уровень</a:t>
            </a:r>
            <a:endParaRPr lang="ru-RU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057400" lvl="4" indent="-228600" algn="l" defTabSz="914400">
              <a:lnSpc>
                <a:spcPct val="90000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</a:pPr>
            <a:r>
              <a:rPr lang="ru-RU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Пятый уровень</a:t>
            </a:r>
            <a:endParaRPr lang="ru-RU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3"/>
          <p:cNvSpPr>
            <a:spLocks noGrp="1"/>
          </p:cNvSpPr>
          <p:nvPr>
            <p:ph type="body" hasCustomPrompt="1"/>
          </p:nvPr>
        </p:nvSpPr>
        <p:spPr>
          <a:xfrm>
            <a:off x="6284880" y="2022120"/>
            <a:ext cx="4992480" cy="3746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90000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defRPr lang="ru-RU" sz="20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defRPr lang="ru-RU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defRPr lang="ru-RU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defRPr lang="ru-RU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Текст слайда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685800" lvl="1" indent="-228600" algn="l" defTabSz="914400">
              <a:lnSpc>
                <a:spcPct val="90000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Второй уровень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143000" lvl="2" indent="-228600" algn="l" defTabSz="914400">
              <a:lnSpc>
                <a:spcPct val="90000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</a:pPr>
            <a:r>
              <a:rPr lang="ru-RU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Третий уровень</a:t>
            </a:r>
            <a:endParaRPr lang="ru-RU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600200" lvl="3" indent="-228600" algn="l" defTabSz="914400">
              <a:lnSpc>
                <a:spcPct val="90000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</a:pPr>
            <a:r>
              <a:rPr lang="ru-RU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Четвертый уровень</a:t>
            </a:r>
            <a:endParaRPr lang="ru-RU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057400" lvl="4" indent="-228600" algn="l" defTabSz="914400">
              <a:lnSpc>
                <a:spcPct val="90000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</a:pPr>
            <a:r>
              <a:rPr lang="ru-RU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Пятый уровень</a:t>
            </a:r>
            <a:endParaRPr lang="ru-RU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4"/>
          <p:cNvSpPr>
            <a:spLocks noGrp="1"/>
          </p:cNvSpPr>
          <p:nvPr>
            <p:ph type="sldNum" idx="6"/>
          </p:nvPr>
        </p:nvSpPr>
        <p:spPr>
          <a:xfrm>
            <a:off x="914400" y="6246360"/>
            <a:ext cx="630720" cy="295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92E9BFC-7B23-4A2A-B468-D8D72B8C306F}" type="slidenum">
              <a:rPr lang="ru-RU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Arial"/>
              </a:rPr>
              <a:t>&lt;номер&gt;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Заголовок и два объекта содержимого 2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Графический объект 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982" t="40714" r="61027" b="44470"/>
          <a:stretch/>
        </p:blipFill>
        <p:spPr>
          <a:xfrm flipH="1">
            <a:off x="-26640" y="5950080"/>
            <a:ext cx="2513160" cy="914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3" name="Графический объект 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18883" t="18054" r="46639" b="0"/>
          <a:stretch/>
        </p:blipFill>
        <p:spPr>
          <a:xfrm rot="5400000">
            <a:off x="9554040" y="-952200"/>
            <a:ext cx="1685520" cy="3590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" name="PlaceHolder 1"/>
          <p:cNvSpPr>
            <a:spLocks noGrp="1"/>
          </p:cNvSpPr>
          <p:nvPr>
            <p:ph type="title" hasCustomPrompt="1"/>
          </p:nvPr>
        </p:nvSpPr>
        <p:spPr>
          <a:xfrm>
            <a:off x="914400" y="365040"/>
            <a:ext cx="10438920" cy="161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l" defTabSz="914400">
              <a:lnSpc>
                <a:spcPct val="90000"/>
              </a:lnSpc>
              <a:buNone/>
              <a:defRPr lang="ru-RU" sz="3200" b="0" u="none" strike="noStrike" cap="all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ru-RU" sz="3200" b="0" u="none" strike="noStrike" cap="all">
                <a:solidFill>
                  <a:schemeClr val="dk1"/>
                </a:solidFill>
                <a:effectLst/>
                <a:uFillTx/>
                <a:latin typeface="Arial"/>
              </a:rPr>
              <a:t>Заголовок слайда</a:t>
            </a:r>
            <a:endParaRPr lang="ru-RU" sz="3200" b="0" u="none" strike="noStrike" cap="all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 hasCustomPrompt="1"/>
          </p:nvPr>
        </p:nvSpPr>
        <p:spPr>
          <a:xfrm>
            <a:off x="914400" y="2022120"/>
            <a:ext cx="3309840" cy="3746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90000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defRPr lang="ru-RU" sz="2000" b="1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defRPr lang="ru-RU" sz="1800" b="1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defRPr lang="ru-RU" sz="1600" b="1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defRPr lang="ru-RU" sz="1400" b="1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defRPr lang="ru-RU" sz="1400" b="1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</a:pPr>
            <a:r>
              <a:rPr lang="ru-RU" sz="2000" b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Текст слайда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685800" lvl="1" indent="-228600" algn="l" defTabSz="914400">
              <a:lnSpc>
                <a:spcPct val="90000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</a:pPr>
            <a:r>
              <a:rPr lang="ru-RU" sz="1800" b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Второй уровень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143000" lvl="2" indent="-228600" algn="l" defTabSz="914400">
              <a:lnSpc>
                <a:spcPct val="90000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</a:pPr>
            <a:r>
              <a:rPr lang="ru-RU" sz="1600" b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Третий уровень</a:t>
            </a:r>
            <a:endParaRPr lang="ru-RU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600200" lvl="3" indent="-228600" algn="l" defTabSz="914400">
              <a:lnSpc>
                <a:spcPct val="90000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</a:pPr>
            <a:r>
              <a:rPr lang="ru-RU" sz="1400" b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Четвертый уровень</a:t>
            </a:r>
            <a:endParaRPr lang="ru-RU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057400" lvl="4" indent="-228600" algn="l" defTabSz="914400">
              <a:lnSpc>
                <a:spcPct val="90000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</a:pPr>
            <a:r>
              <a:rPr lang="ru-RU" sz="1400" b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Пятый уровень</a:t>
            </a:r>
            <a:endParaRPr lang="ru-RU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body" hasCustomPrompt="1"/>
          </p:nvPr>
        </p:nvSpPr>
        <p:spPr>
          <a:xfrm>
            <a:off x="4602240" y="2018160"/>
            <a:ext cx="6751080" cy="3746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90000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defRPr lang="ru-RU" sz="20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defRPr lang="ru-RU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defRPr lang="ru-RU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defRPr lang="ru-RU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Текст слайда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685800" lvl="1" indent="-228600" algn="l" defTabSz="914400">
              <a:lnSpc>
                <a:spcPct val="90000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Второй уровень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143000" lvl="2" indent="-228600" algn="l" defTabSz="914400">
              <a:lnSpc>
                <a:spcPct val="90000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</a:pPr>
            <a:r>
              <a:rPr lang="ru-RU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Третий уровень</a:t>
            </a:r>
            <a:endParaRPr lang="ru-RU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600200" lvl="3" indent="-228600" algn="l" defTabSz="914400">
              <a:lnSpc>
                <a:spcPct val="90000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</a:pPr>
            <a:r>
              <a:rPr lang="ru-RU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Четвертый уровень</a:t>
            </a:r>
            <a:endParaRPr lang="ru-RU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057400" lvl="4" indent="-228600" algn="l" defTabSz="914400">
              <a:lnSpc>
                <a:spcPct val="90000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</a:pPr>
            <a:r>
              <a:rPr lang="ru-RU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Пятый уровень</a:t>
            </a:r>
            <a:endParaRPr lang="ru-RU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 type="sldNum" idx="7"/>
          </p:nvPr>
        </p:nvSpPr>
        <p:spPr>
          <a:xfrm>
            <a:off x="914400" y="6246360"/>
            <a:ext cx="630720" cy="295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D16874D-B03C-44BC-8BA5-56BEAE7FE140}" type="slidenum">
              <a:rPr lang="ru-RU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Arial"/>
              </a:rPr>
              <a:t>&lt;номер&gt;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Заголовок, содержимое и изображение справа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" name="Графический объект 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67706" t="484" r="0" b="67540"/>
          <a:stretch/>
        </p:blipFill>
        <p:spPr>
          <a:xfrm rot="5400000">
            <a:off x="-114840" y="114840"/>
            <a:ext cx="1894680" cy="1664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" name="PlaceHolder 1"/>
          <p:cNvSpPr>
            <a:spLocks noGrp="1"/>
          </p:cNvSpPr>
          <p:nvPr>
            <p:ph type="title" hasCustomPrompt="1"/>
          </p:nvPr>
        </p:nvSpPr>
        <p:spPr>
          <a:xfrm>
            <a:off x="916560" y="446400"/>
            <a:ext cx="5179320" cy="144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l" defTabSz="914400">
              <a:lnSpc>
                <a:spcPct val="90000"/>
              </a:lnSpc>
              <a:buNone/>
              <a:defRPr lang="ru-RU" sz="3200" b="0" u="none" strike="noStrike" cap="all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ru-RU" sz="3200" b="0" u="none" strike="noStrike" cap="all">
                <a:solidFill>
                  <a:schemeClr val="dk1"/>
                </a:solidFill>
                <a:effectLst/>
                <a:uFillTx/>
                <a:latin typeface="Arial"/>
              </a:rPr>
              <a:t>Заголовок слайда</a:t>
            </a:r>
            <a:endParaRPr lang="ru-RU" sz="3200" b="0" u="none" strike="noStrike" cap="all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 type="body" hasCustomPrompt="1"/>
          </p:nvPr>
        </p:nvSpPr>
        <p:spPr>
          <a:xfrm>
            <a:off x="914400" y="2022120"/>
            <a:ext cx="5181120" cy="3746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90000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defRPr lang="ru-RU" sz="20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defRPr lang="ru-RU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defRPr lang="ru-RU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defRPr lang="ru-RU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Текст слайда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Tenorite"/>
            </a:endParaRPr>
          </a:p>
          <a:p>
            <a:pPr marL="685800" lvl="1" indent="-228600" algn="l" defTabSz="914400">
              <a:lnSpc>
                <a:spcPct val="90000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Второй уровень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143000" lvl="2" indent="-228600" algn="l" defTabSz="914400">
              <a:lnSpc>
                <a:spcPct val="90000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</a:pPr>
            <a:r>
              <a:rPr lang="ru-RU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Третий уровень</a:t>
            </a:r>
            <a:endParaRPr lang="ru-RU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600200" lvl="3" indent="-228600" algn="l" defTabSz="914400">
              <a:lnSpc>
                <a:spcPct val="90000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</a:pPr>
            <a:r>
              <a:rPr lang="ru-RU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Четвертый уровень</a:t>
            </a:r>
            <a:endParaRPr lang="ru-RU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057400" lvl="4" indent="-228600" algn="l" defTabSz="914400">
              <a:lnSpc>
                <a:spcPct val="90000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</a:pPr>
            <a:r>
              <a:rPr lang="ru-RU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Пятый уровень</a:t>
            </a:r>
            <a:endParaRPr lang="ru-RU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 type="sldNum" idx="8"/>
          </p:nvPr>
        </p:nvSpPr>
        <p:spPr>
          <a:xfrm>
            <a:off x="914400" y="6246360"/>
            <a:ext cx="630720" cy="295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C25DA3ED-5B02-4BF1-BFAE-AC4CA2716B5C}" type="slidenum">
              <a:rPr lang="ru-RU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Arial"/>
              </a:rPr>
              <a:t>&lt;номер&gt;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 type="body"/>
          </p:nvPr>
        </p:nvSpPr>
        <p:spPr>
          <a:xfrm>
            <a:off x="6076800" y="0"/>
            <a:ext cx="6114600" cy="6868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ru-RU" sz="2000" b="0" u="none" strike="noStrike">
                <a:solidFill>
                  <a:schemeClr val="dk1"/>
                </a:solidFill>
                <a:effectLst/>
                <a:uFillTx/>
                <a:latin typeface="Tenorite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Tenorite"/>
              </a:rPr>
              <a:t>Вставка рисунка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Tenorite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9.png"/><Relationship Id="rId2" Type="http://schemas.openxmlformats.org/officeDocument/2006/relationships/slideLayout" Target="../slideLayouts/slideLayout8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30.png"/><Relationship Id="rId2" Type="http://schemas.openxmlformats.org/officeDocument/2006/relationships/slideLayout" Target="../slideLayouts/slideLayout8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slideLayout" Target="../slideLayouts/slideLayout8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image" Target="../media/image32.png"/><Relationship Id="rId3" Type="http://schemas.openxmlformats.org/officeDocument/2006/relationships/image" Target="../media/image33.png"/><Relationship Id="rId4" Type="http://schemas.openxmlformats.org/officeDocument/2006/relationships/image" Target="../media/image34.png"/><Relationship Id="rId5" Type="http://schemas.openxmlformats.org/officeDocument/2006/relationships/slideLayout" Target="../slideLayouts/slideLayout8.xml"/><Relationship Id="rId6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35.png"/><Relationship Id="rId2" Type="http://schemas.openxmlformats.org/officeDocument/2006/relationships/image" Target="../media/image36.sv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8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/>
          <p:cNvSpPr>
            <a:spLocks noGrp="1"/>
          </p:cNvSpPr>
          <p:nvPr>
            <p:ph type="title" hasCustomPrompt="1"/>
          </p:nvPr>
        </p:nvSpPr>
        <p:spPr>
          <a:xfrm>
            <a:off x="6222600" y="2132640"/>
            <a:ext cx="5731560" cy="982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ru-RU" sz="3200" b="0" u="none" strike="noStrike" cap="all">
                <a:solidFill>
                  <a:schemeClr val="lt1"/>
                </a:solidFill>
                <a:effectLst/>
                <a:uFillTx/>
                <a:latin typeface="Arial"/>
              </a:rPr>
              <a:t>Игра </a:t>
            </a:r>
            <a:r>
              <a:rPr lang="en-US" sz="3200" b="0" u="none" strike="noStrike" cap="all">
                <a:solidFill>
                  <a:schemeClr val="lt1"/>
                </a:solidFill>
                <a:effectLst/>
                <a:uFillTx/>
                <a:latin typeface="Arial"/>
              </a:rPr>
              <a:t>Saimon says</a:t>
            </a:r>
            <a:endParaRPr lang="ru-RU" sz="3200" b="0" u="none" strike="noStrike" cap="all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70" name="Заголовок 1"/>
          <p:cNvSpPr/>
          <p:nvPr/>
        </p:nvSpPr>
        <p:spPr>
          <a:xfrm>
            <a:off x="6222600" y="2132640"/>
            <a:ext cx="5422680" cy="160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b">
            <a:normAutofit/>
          </a:bodyPr>
          <a:p>
            <a:endParaRPr lang="en-US" sz="3200" b="0" u="none" strike="noStrike" cap="all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71" name="Заголовок 1"/>
          <p:cNvSpPr/>
          <p:nvPr/>
        </p:nvSpPr>
        <p:spPr>
          <a:xfrm>
            <a:off x="6068160" y="4091040"/>
            <a:ext cx="5731560" cy="152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b">
            <a:normAutofit/>
          </a:bodyPr>
          <a:p>
            <a:endParaRPr lang="en-US" sz="3200" b="0" u="none" strike="noStrike" cap="all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72" name="Заголовок 1"/>
          <p:cNvSpPr/>
          <p:nvPr/>
        </p:nvSpPr>
        <p:spPr>
          <a:xfrm>
            <a:off x="6222600" y="3742560"/>
            <a:ext cx="5577120" cy="232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b">
            <a:noAutofit/>
          </a:bodyPr>
          <a:p>
            <a:pPr defTabSz="914400">
              <a:lnSpc>
                <a:spcPct val="90000"/>
              </a:lnSpc>
            </a:pPr>
            <a:r>
              <a:rPr lang="ru-RU" sz="2200" b="0" u="none" strike="noStrike" cap="all">
                <a:solidFill>
                  <a:schemeClr val="lt1"/>
                </a:solidFill>
                <a:effectLst/>
                <a:uFillTx/>
                <a:latin typeface="Arial"/>
              </a:rPr>
              <a:t>Подготовил студент группы Иб-41 Корейво ярослав</a:t>
            </a:r>
            <a:endParaRPr lang="ru-RU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</a:pPr>
            <a:endParaRPr lang="ru-RU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</a:pPr>
            <a:r>
              <a:rPr lang="ru-RU" sz="2200" b="0" u="none" strike="noStrike" cap="all">
                <a:solidFill>
                  <a:schemeClr val="lt1"/>
                </a:solidFill>
                <a:effectLst/>
                <a:uFillTx/>
                <a:latin typeface="Arial"/>
              </a:rPr>
              <a:t>Преподаватель</a:t>
            </a:r>
            <a:r>
              <a:rPr lang="en-US" sz="2200" b="0" u="none" strike="noStrike" cap="all">
                <a:solidFill>
                  <a:schemeClr val="lt1"/>
                </a:solidFill>
                <a:effectLst/>
                <a:uFillTx/>
                <a:latin typeface="Arial"/>
              </a:rPr>
              <a:t>: </a:t>
            </a:r>
            <a:r>
              <a:rPr lang="ru-RU" sz="2200" b="0" u="none" strike="noStrike" cap="all">
                <a:solidFill>
                  <a:schemeClr val="lt1"/>
                </a:solidFill>
                <a:effectLst/>
                <a:uFillTx/>
                <a:latin typeface="Arial"/>
              </a:rPr>
              <a:t>Липатникова Надежда Михайловна</a:t>
            </a:r>
            <a:endParaRPr lang="ru-RU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</a:pPr>
            <a:endParaRPr lang="ru-RU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</a:pPr>
            <a:r>
              <a:rPr lang="ru-RU" sz="2200" b="0" u="none" strike="noStrike" cap="all">
                <a:solidFill>
                  <a:schemeClr val="lt1"/>
                </a:solidFill>
                <a:effectLst/>
                <a:uFillTx/>
                <a:latin typeface="Arial"/>
              </a:rPr>
              <a:t>ГБОУ МО «Физтех колледж»</a:t>
            </a:r>
            <a:endParaRPr lang="ru-RU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</a:pPr>
            <a:endParaRPr lang="ru-RU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</a:pPr>
            <a:r>
              <a:rPr lang="ru-RU" sz="2200" b="0" u="none" strike="noStrike" cap="all">
                <a:solidFill>
                  <a:schemeClr val="lt1"/>
                </a:solidFill>
                <a:effectLst/>
                <a:uFillTx/>
                <a:latin typeface="Arial"/>
              </a:rPr>
              <a:t>2026</a:t>
            </a:r>
            <a:endParaRPr lang="ru-RU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hasCustomPrompt="1"/>
          </p:nvPr>
        </p:nvSpPr>
        <p:spPr>
          <a:xfrm>
            <a:off x="106920" y="493560"/>
            <a:ext cx="7190280" cy="5752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685800" lvl="1" indent="0" algn="l" defTabSz="914400">
              <a:lnSpc>
                <a:spcPct val="120000"/>
              </a:lnSpc>
              <a:spcBef>
                <a:spcPts val="499"/>
              </a:spcBef>
              <a:buNone/>
            </a:pPr>
            <a:r>
              <a:rPr lang="ru-RU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Мой проект решает современную проблему плохой кратковременной памяти и скорости реакции. Традиционные упражнения на память скучные и быстро надоедают, поэтому можно сделать тренажер в виде игры.</a:t>
            </a:r>
            <a:endParaRPr lang="ru-RU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685800" lvl="1" indent="0" algn="l" defTabSz="914400">
              <a:lnSpc>
                <a:spcPct val="120000"/>
              </a:lnSpc>
              <a:spcBef>
                <a:spcPts val="499"/>
              </a:spcBef>
              <a:buNone/>
            </a:pPr>
            <a:r>
              <a:rPr lang="ru-RU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Целевая аудитория </a:t>
            </a:r>
            <a:endParaRPr lang="ru-RU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0280" lvl="1" indent="-34308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Font typeface="Tenorite"/>
              <a:buAutoNum type="arabicPeriod"/>
            </a:pPr>
            <a:r>
              <a:rPr lang="ru-RU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Дети (6-12 лет)</a:t>
            </a:r>
            <a:endParaRPr lang="ru-RU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0280" lvl="1" indent="-34308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Font typeface="Tenorite"/>
              <a:buAutoNum type="arabicPeriod"/>
            </a:pPr>
            <a:r>
              <a:rPr lang="ru-RU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Школьники - студенты (13-21 год)</a:t>
            </a:r>
            <a:endParaRPr lang="ru-RU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0280" lvl="1" indent="-34308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Font typeface="Tenorite"/>
              <a:buAutoNum type="arabicPeriod"/>
            </a:pPr>
            <a:r>
              <a:rPr lang="ru-RU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Более взрослые люди (21+ лет)</a:t>
            </a:r>
            <a:endParaRPr lang="ru-RU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0280" lvl="1" indent="-34308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Font typeface="Tenorite"/>
              <a:buAutoNum type="arabicPeriod"/>
            </a:pPr>
            <a:r>
              <a:rPr lang="ru-RU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Любители мини-игр и классических аркад</a:t>
            </a:r>
            <a:endParaRPr lang="ru-RU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685800" lvl="1" indent="0" algn="l" defTabSz="914400">
              <a:lnSpc>
                <a:spcPct val="120000"/>
              </a:lnSpc>
              <a:spcBef>
                <a:spcPts val="499"/>
              </a:spcBef>
              <a:buNone/>
            </a:pPr>
            <a:r>
              <a:rPr lang="ru-RU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Игроку предлагается запоминать и повторять последовательность цветов, которая с каждым уровнем становится длиннее и сложнее.</a:t>
            </a:r>
            <a:endParaRPr lang="ru-RU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57200" indent="0" algn="l" defTabSz="914400">
              <a:lnSpc>
                <a:spcPct val="120000"/>
              </a:lnSpc>
              <a:spcBef>
                <a:spcPts val="499"/>
              </a:spcBef>
              <a:buNone/>
              <a:tabLst>
                <a:tab pos="0" algn="l"/>
              </a:tabLst>
            </a:pPr>
            <a:endParaRPr lang="ru-RU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laceHolder 1"/>
          <p:cNvSpPr>
            <a:spLocks noGrp="1"/>
          </p:cNvSpPr>
          <p:nvPr>
            <p:ph type="title" hasCustomPrompt="1"/>
          </p:nvPr>
        </p:nvSpPr>
        <p:spPr>
          <a:xfrm>
            <a:off x="200520" y="855000"/>
            <a:ext cx="5475240" cy="1126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ru-RU" sz="3200" b="0" u="none" strike="noStrike" cap="all">
                <a:solidFill>
                  <a:schemeClr val="dk1"/>
                </a:solidFill>
                <a:effectLst/>
                <a:uFillTx/>
                <a:latin typeface="Arial"/>
              </a:rPr>
              <a:t>Блок-схема алгоритма</a:t>
            </a:r>
            <a:endParaRPr lang="ru-RU" sz="3200" b="0" u="none" strike="noStrike" cap="all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pic>
        <p:nvPicPr>
          <p:cNvPr id="75" name=""/>
          <p:cNvPicPr/>
          <p:nvPr/>
        </p:nvPicPr>
        <p:blipFill>
          <a:blip r:embed="rId1"/>
          <a:stretch/>
        </p:blipFill>
        <p:spPr>
          <a:xfrm>
            <a:off x="497520" y="2886120"/>
            <a:ext cx="11340000" cy="18295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PlaceHolder 1"/>
          <p:cNvSpPr>
            <a:spLocks noGrp="1"/>
          </p:cNvSpPr>
          <p:nvPr>
            <p:ph type="title" hasCustomPrompt="1"/>
          </p:nvPr>
        </p:nvSpPr>
        <p:spPr>
          <a:xfrm>
            <a:off x="200520" y="855000"/>
            <a:ext cx="4881600" cy="1126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3200" b="0" u="none" strike="noStrike" cap="all">
                <a:solidFill>
                  <a:schemeClr val="dk1"/>
                </a:solidFill>
                <a:effectLst/>
                <a:uFillTx/>
                <a:latin typeface="Arial"/>
              </a:rPr>
              <a:t>Use case </a:t>
            </a:r>
            <a:r>
              <a:rPr lang="ru-RU" sz="3200" b="0" u="none" strike="noStrike" cap="all">
                <a:solidFill>
                  <a:schemeClr val="dk1"/>
                </a:solidFill>
                <a:effectLst/>
                <a:uFillTx/>
                <a:latin typeface="Arial"/>
              </a:rPr>
              <a:t>Диаграмма</a:t>
            </a:r>
            <a:endParaRPr lang="ru-RU" sz="3200" b="0" u="none" strike="noStrike" cap="all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pic>
        <p:nvPicPr>
          <p:cNvPr id="77" name="Объект 11"/>
          <p:cNvPicPr/>
          <p:nvPr/>
        </p:nvPicPr>
        <p:blipFill>
          <a:blip r:embed="rId1"/>
          <a:stretch/>
        </p:blipFill>
        <p:spPr>
          <a:xfrm>
            <a:off x="5240520" y="446760"/>
            <a:ext cx="3333600" cy="61333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 hasCustomPrompt="1"/>
          </p:nvPr>
        </p:nvSpPr>
        <p:spPr>
          <a:xfrm>
            <a:off x="285840" y="2654280"/>
            <a:ext cx="5142960" cy="1341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ru-RU" sz="3200" b="0" u="none" strike="noStrike" cap="all">
                <a:solidFill>
                  <a:schemeClr val="dk1"/>
                </a:solidFill>
                <a:effectLst/>
                <a:uFillTx/>
                <a:latin typeface="Arial"/>
              </a:rPr>
              <a:t>Внешний вид программы</a:t>
            </a:r>
            <a:endParaRPr lang="ru-RU" sz="3200" b="0" u="none" strike="noStrike" cap="all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pic>
        <p:nvPicPr>
          <p:cNvPr id="79" name="Рисунок 4"/>
          <p:cNvPicPr/>
          <p:nvPr/>
        </p:nvPicPr>
        <p:blipFill>
          <a:blip r:embed="rId1"/>
          <a:stretch/>
        </p:blipFill>
        <p:spPr>
          <a:xfrm>
            <a:off x="6095880" y="478080"/>
            <a:ext cx="3467160" cy="59014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title" hasCustomPrompt="1"/>
          </p:nvPr>
        </p:nvSpPr>
        <p:spPr>
          <a:xfrm>
            <a:off x="161280" y="593640"/>
            <a:ext cx="7640640" cy="1341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ru-RU" sz="3200" b="0" u="none" strike="noStrike" cap="all">
                <a:solidFill>
                  <a:schemeClr val="dk1"/>
                </a:solidFill>
                <a:effectLst/>
                <a:uFillTx/>
                <a:latin typeface="Arial"/>
              </a:rPr>
              <a:t>Пример работы</a:t>
            </a:r>
            <a:r>
              <a:rPr lang="en-US" sz="3200" b="0" u="none" strike="noStrike" cap="all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ru-RU" sz="3200" b="0" u="none" strike="noStrike" cap="all">
                <a:solidFill>
                  <a:schemeClr val="dk1"/>
                </a:solidFill>
                <a:effectLst/>
                <a:uFillTx/>
                <a:latin typeface="Arial"/>
              </a:rPr>
              <a:t>и логирование</a:t>
            </a:r>
            <a:endParaRPr lang="ru-RU" sz="3200" b="0" u="none" strike="noStrike" cap="all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pic>
        <p:nvPicPr>
          <p:cNvPr id="81" name="Рисунок 4"/>
          <p:cNvPicPr/>
          <p:nvPr/>
        </p:nvPicPr>
        <p:blipFill>
          <a:blip r:embed="rId1"/>
          <a:stretch/>
        </p:blipFill>
        <p:spPr>
          <a:xfrm>
            <a:off x="424440" y="2167200"/>
            <a:ext cx="2078640" cy="3538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2" name="Рисунок 2"/>
          <p:cNvPicPr/>
          <p:nvPr/>
        </p:nvPicPr>
        <p:blipFill>
          <a:blip r:embed="rId2"/>
          <a:stretch/>
        </p:blipFill>
        <p:spPr>
          <a:xfrm>
            <a:off x="3261240" y="2167200"/>
            <a:ext cx="1527480" cy="3538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3" name="Рисунок 5"/>
          <p:cNvPicPr/>
          <p:nvPr/>
        </p:nvPicPr>
        <p:blipFill>
          <a:blip r:embed="rId3"/>
          <a:stretch/>
        </p:blipFill>
        <p:spPr>
          <a:xfrm>
            <a:off x="5334840" y="2167200"/>
            <a:ext cx="1522440" cy="3538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4" name="Рисунок 8"/>
          <p:cNvPicPr/>
          <p:nvPr/>
        </p:nvPicPr>
        <p:blipFill>
          <a:blip r:embed="rId4"/>
          <a:stretch/>
        </p:blipFill>
        <p:spPr>
          <a:xfrm>
            <a:off x="7417440" y="2436120"/>
            <a:ext cx="4629960" cy="28778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title" hasCustomPrompt="1"/>
          </p:nvPr>
        </p:nvSpPr>
        <p:spPr>
          <a:xfrm>
            <a:off x="914400" y="365040"/>
            <a:ext cx="10362960" cy="162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ru-RU" sz="3200" b="0" u="none" strike="noStrike" cap="all">
                <a:solidFill>
                  <a:schemeClr val="dk1"/>
                </a:solidFill>
                <a:effectLst/>
                <a:uFillTx/>
                <a:latin typeface="Arial"/>
              </a:rPr>
              <a:t>Заключение</a:t>
            </a:r>
            <a:endParaRPr lang="ru-RU" sz="3200" b="0" u="none" strike="noStrike" cap="all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86" name="PlaceHolder 2"/>
          <p:cNvSpPr>
            <a:spLocks noGrp="1"/>
          </p:cNvSpPr>
          <p:nvPr>
            <p:ph hasCustomPrompt="1"/>
          </p:nvPr>
        </p:nvSpPr>
        <p:spPr>
          <a:xfrm>
            <a:off x="540000" y="1555560"/>
            <a:ext cx="4316400" cy="423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28600" indent="0" algn="l" defTabSz="914400">
              <a:lnSpc>
                <a:spcPct val="90000"/>
              </a:lnSpc>
              <a:spcAft>
                <a:spcPts val="1199"/>
              </a:spcAft>
              <a:buNone/>
              <a:tabLst>
                <a:tab pos="0" algn="l"/>
              </a:tabLst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Разработана игра «Simon Says» на языке Python с использованием библиотеки Tkinter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28600" indent="0" algn="l" defTabSz="914400">
              <a:lnSpc>
                <a:spcPct val="90000"/>
              </a:lnSpc>
              <a:spcAft>
                <a:spcPts val="1199"/>
              </a:spcAft>
              <a:buNone/>
              <a:tabLst>
                <a:tab pos="0" algn="l"/>
              </a:tabLst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Реализованы три уровня сложности (Легко, Средне, Сложно)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28600" indent="0" algn="l" defTabSz="914400">
              <a:lnSpc>
                <a:spcPct val="90000"/>
              </a:lnSpc>
              <a:spcAft>
                <a:spcPts val="1199"/>
              </a:spcAft>
              <a:buNone/>
              <a:tabLst>
                <a:tab pos="0" algn="l"/>
              </a:tabLst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Добавлена система логирования всех событий игры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28600" indent="0" algn="l" defTabSz="914400">
              <a:lnSpc>
                <a:spcPct val="90000"/>
              </a:lnSpc>
              <a:spcAft>
                <a:spcPts val="1199"/>
              </a:spcAft>
              <a:buNone/>
              <a:tabLst>
                <a:tab pos="0" algn="l"/>
              </a:tabLst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Создано удобное графическое меню, игровое поле и экран результатов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87" name="PlaceHolder 3"/>
          <p:cNvSpPr>
            <a:spLocks noGrp="1"/>
          </p:cNvSpPr>
          <p:nvPr>
            <p:ph type="sldNum" idx="12"/>
          </p:nvPr>
        </p:nvSpPr>
        <p:spPr>
          <a:xfrm>
            <a:off x="914400" y="6246360"/>
            <a:ext cx="630720" cy="295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ru-RU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2202E14-5982-4968-B890-6C22E9574428}" type="slidenum">
              <a:rPr lang="ru-RU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Arial"/>
              </a:rPr>
              <a:t>&lt;номер&gt;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" name="Объект 2"/>
          <p:cNvSpPr/>
          <p:nvPr/>
        </p:nvSpPr>
        <p:spPr>
          <a:xfrm>
            <a:off x="4405680" y="1994760"/>
            <a:ext cx="3283200" cy="374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endParaRPr lang="ru-RU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89" name="Объект 2"/>
          <p:cNvSpPr/>
          <p:nvPr/>
        </p:nvSpPr>
        <p:spPr>
          <a:xfrm>
            <a:off x="8196120" y="1994760"/>
            <a:ext cx="3283200" cy="374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endParaRPr lang="ru-RU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90" name="Объект 2"/>
          <p:cNvSpPr/>
          <p:nvPr/>
        </p:nvSpPr>
        <p:spPr>
          <a:xfrm>
            <a:off x="4659120" y="1994760"/>
            <a:ext cx="3283200" cy="374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endParaRPr lang="ru-RU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91" name="Объект 2"/>
          <p:cNvSpPr/>
          <p:nvPr/>
        </p:nvSpPr>
        <p:spPr>
          <a:xfrm>
            <a:off x="4659120" y="2043000"/>
            <a:ext cx="3283200" cy="374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endParaRPr lang="ru-RU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92" name="Объект 2"/>
          <p:cNvSpPr/>
          <p:nvPr/>
        </p:nvSpPr>
        <p:spPr>
          <a:xfrm>
            <a:off x="4996800" y="1530000"/>
            <a:ext cx="3283200" cy="405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defTabSz="914400">
              <a:lnSpc>
                <a:spcPct val="90000"/>
              </a:lnSpc>
              <a:spcAft>
                <a:spcPts val="1199"/>
              </a:spcAft>
              <a:tabLst>
                <a:tab pos="0" algn="l"/>
              </a:tabLst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Какие навыки приобретены: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Работа с графическим интерфейсом Tkinter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Обработка событий и таймеров в GUI-приложениях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Логирование и отладка программы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Оформление программы на </a:t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GIT hub.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Объект 2"/>
          <p:cNvSpPr/>
          <p:nvPr/>
        </p:nvSpPr>
        <p:spPr>
          <a:xfrm>
            <a:off x="8460000" y="1620000"/>
            <a:ext cx="3283200" cy="374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defTabSz="914400">
              <a:lnSpc>
                <a:spcPct val="90000"/>
              </a:lnSpc>
              <a:spcAft>
                <a:spcPts val="1199"/>
              </a:spcAft>
              <a:tabLst>
                <a:tab pos="0" algn="l"/>
              </a:tabLst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Что планируется улучшить в будущем: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Добавить звуковые эффекты при подсветке и нажатии кнопок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Реализовать таблицу рекордов с сохранением в файл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Улучшить анимации и визуальных эффектов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" name="Графический объект 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4149" t="0" r="18576" b="0"/>
          <a:stretch/>
        </p:blipFill>
        <p:spPr>
          <a:xfrm flipH="1">
            <a:off x="360" y="0"/>
            <a:ext cx="518112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5" name="PlaceHolder 1"/>
          <p:cNvSpPr>
            <a:spLocks noGrp="1"/>
          </p:cNvSpPr>
          <p:nvPr>
            <p:ph type="title" hasCustomPrompt="1"/>
          </p:nvPr>
        </p:nvSpPr>
        <p:spPr>
          <a:xfrm>
            <a:off x="6091560" y="374040"/>
            <a:ext cx="5056920" cy="3624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ru-RU" sz="3200" b="0" u="none" strike="noStrike" cap="all">
                <a:solidFill>
                  <a:schemeClr val="lt1"/>
                </a:solidFill>
                <a:effectLst/>
                <a:uFillTx/>
                <a:latin typeface="Arial"/>
              </a:rPr>
              <a:t>Спасибо за внимание</a:t>
            </a:r>
            <a:endParaRPr lang="ru-RU" sz="3200" b="0" u="none" strike="noStrike" cap="all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Пользовательская">
  <a:themeElements>
    <a:clrScheme name="Custom 149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E9E6DF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56">
      <a:majorFont>
        <a:latin typeface="Tenorite" pitchFamily="0" charset="1"/>
        <a:ea typeface=""/>
        <a:cs typeface="Arial" pitchFamily="0" charset="1"/>
      </a:majorFont>
      <a:minorFont>
        <a:latin typeface="Tenorite" pitchFamily="0" charset="1"/>
        <a:ea typeface=""/>
        <a:cs typeface="Arial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4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customXml/_rels/item1.xml.rels><?xml version="1.0" encoding="UTF-8"?>
<Relationships xmlns="http://schemas.openxmlformats.org/package/2006/relationships"><Relationship Id="rId1" Type="http://schemas.openxmlformats.org/officeDocument/2006/relationships/customXmlProps" Target="itemProps1.xml"/>
</Relationships>
</file>

<file path=customXml/_rels/item2.xml.rels><?xml version="1.0" encoding="UTF-8"?>
<Relationships xmlns="http://schemas.openxmlformats.org/package/2006/relationships"><Relationship Id="rId1" Type="http://schemas.openxmlformats.org/officeDocument/2006/relationships/customXmlProps" Target="itemProps2.xml"/>
</Relationships>
</file>

<file path=customXml/_rels/item3.xml.rels><?xml version="1.0" encoding="UTF-8"?>
<Relationships xmlns="http://schemas.openxmlformats.org/package/2006/relationships"><Relationship Id="rId1" Type="http://schemas.openxmlformats.org/officeDocument/2006/relationships/customXmlProps" Target="itemProps3.xml"/>
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AB045227-5724-4DBF-9712-031B1BFB2C3C}">
  <ds:schemaRefs>
    <ds:schemaRef ds:uri="http://schemas.microsoft.com/office/2006/metadata/properties"/>
    <ds:schemaRef ds:uri="http://www.w3.org/2000/xmlns/"/>
    <ds:schemaRef ds:uri="http://schemas.microsoft.com/sharepoint/v3"/>
    <ds:schemaRef ds:uri="http://www.w3.org/2001/XMLSchema-instance"/>
    <ds:schemaRef ds:uri="71af3243-3dd4-4a8d-8c0d-dd76da1f02a5"/>
    <ds:schemaRef ds:uri="http://schemas.microsoft.com/office/infopath/2007/PartnerControls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B7B39BD0-040C-43BE-B0E4-512B09E8003F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22457D9-12AC-4794-A05E-F1B90FCD8DA7}">
  <ds:schemaRefs>
    <ds:schemaRef ds:uri="http://schemas.microsoft.com/office/2006/metadata/contentType"/>
    <ds:schemaRef ds:uri="http://schemas.microsoft.com/office/2006/metadata/properties/metaAttributes"/>
    <ds:schemaRef ds:uri="http://www.w3.org/2000/xmlns/"/>
    <ds:schemaRef ds:uri="http://www.w3.org/2001/XMLSchema"/>
    <ds:schemaRef ds:uri="http://schemas.microsoft.com/sharepoint/v3"/>
    <ds:schemaRef ds:uri="71af3243-3dd4-4a8d-8c0d-dd76da1f02a5"/>
    <ds:schemaRef ds:uri="16c05727-aa75-4e4a-9b5f-8a80a1165891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Минималистичная презентация о продажах</Template>
  <TotalTime>88</TotalTime>
  <Application>LibreOffice/26.2.2.2$Windows_X86_64 LibreOffice_project/1f77d10d6938fd34972958f64b2bcfa54f8b1ba5</Application>
  <AppVersion>15.0000</AppVersion>
  <Words>207</Words>
  <Paragraphs>42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2026-04-09T19:32:27Z</dcterms:created>
  <dc:creator>Пользователь ㅤ</dc:creator>
  <dc:description/>
  <dc:language>ru-RU</dc:language>
  <cp:lastModifiedBy/>
  <dcterms:modified xsi:type="dcterms:W3CDTF">2026-04-24T00:14:55Z</dcterms:modified>
  <cp:revision>9</cp:revision>
  <dc:subject/>
  <dc:title>Игра Saimon says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Notes">
    <vt:i4>8</vt:i4>
  </property>
  <property fmtid="{D5CDD505-2E9C-101B-9397-08002B2CF9AE}" pid="4" name="PresentationFormat">
    <vt:lpwstr>Широкоэкранный</vt:lpwstr>
  </property>
  <property fmtid="{D5CDD505-2E9C-101B-9397-08002B2CF9AE}" pid="5" name="Slides">
    <vt:i4>8</vt:i4>
  </property>
</Properties>
</file>