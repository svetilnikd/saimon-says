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3"/>
  </p:notesMasterIdLst>
  <p:handoutMasterIdLst>
    <p:handoutMasterId r:id="rId14"/>
  </p:handoutMasterIdLst>
  <p:sldIdLst>
    <p:sldId id="314" r:id="rId5"/>
    <p:sldId id="315" r:id="rId6"/>
    <p:sldId id="317" r:id="rId7"/>
    <p:sldId id="326" r:id="rId8"/>
    <p:sldId id="327" r:id="rId9"/>
    <p:sldId id="328" r:id="rId10"/>
    <p:sldId id="320" r:id="rId11"/>
    <p:sldId id="309" r:id="rId12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5388" autoAdjust="0"/>
  </p:normalViewPr>
  <p:slideViewPr>
    <p:cSldViewPr snapToGrid="0">
      <p:cViewPr varScale="1">
        <p:scale>
          <a:sx n="161" d="100"/>
          <a:sy n="161" d="100"/>
        </p:scale>
        <p:origin x="150" y="300"/>
      </p:cViewPr>
      <p:guideLst>
        <p:guide orient="horz" pos="3360"/>
        <p:guide pos="3840"/>
      </p:guideLst>
    </p:cSldViewPr>
  </p:slideViewPr>
  <p:outlineViewPr>
    <p:cViewPr>
      <p:scale>
        <a:sx n="33" d="100"/>
        <a:sy n="33" d="100"/>
      </p:scale>
      <p:origin x="0" y="-12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80" d="100"/>
          <a:sy n="80" d="100"/>
        </p:scale>
        <p:origin x="3984" y="14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pPr rtl="0"/>
            <a:fld id="{8542D7CC-E8A3-429C-9F30-B39663AB044E}" type="datetime1">
              <a:rPr lang="ru-RU" smtClean="0"/>
              <a:t>10.04.2026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pPr rtl="0"/>
            <a:fld id="{4BF9A36D-7FAC-478F-9944-F324014F6FD1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fld id="{89D3EA30-A193-4EC3-B66C-38C9131FAA4E}" type="datetime1">
              <a:rPr lang="ru-RU" smtClean="0"/>
              <a:pPr/>
              <a:t>10.04.2026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ru-RU"/>
            </a:defPPr>
          </a:lstStyle>
          <a:p>
            <a:pPr lvl="0" rtl="0"/>
            <a:r>
              <a:rPr lang="ru-RU"/>
              <a:t>Щелкните, чтобы изменить стили текста образца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pPr rtl="0"/>
            <a:fld id="{D4B9A9E5-4F7F-4A7D-9DE1-899232329269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4B9A9E5-4F7F-4A7D-9DE1-899232329269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9137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4B9A9E5-4F7F-4A7D-9DE1-899232329269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98969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4B9A9E5-4F7F-4A7D-9DE1-899232329269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36033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4B9A9E5-4F7F-4A7D-9DE1-899232329269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6539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4B9A9E5-4F7F-4A7D-9DE1-899232329269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40090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4B9A9E5-4F7F-4A7D-9DE1-899232329269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723056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4B9A9E5-4F7F-4A7D-9DE1-899232329269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551265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4B9A9E5-4F7F-4A7D-9DE1-899232329269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29966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0.svg"/><Relationship Id="rId4" Type="http://schemas.openxmlformats.org/officeDocument/2006/relationships/image" Target="../media/image17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3.svg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874996-9779-1D0F-B5C6-7FE85FFF1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0"/>
          </a:xfrm>
        </p:spPr>
        <p:txBody>
          <a:bodyPr rtlCol="0" anchor="b">
            <a:normAutofit/>
          </a:bodyPr>
          <a:lstStyle>
            <a:lvl1pPr>
              <a:defRPr lang="ru-RU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pic>
        <p:nvPicPr>
          <p:cNvPr id="7" name="Графический объект 6">
            <a:extLst>
              <a:ext uri="{FF2B5EF4-FFF2-40B4-BE49-F238E27FC236}">
                <a16:creationId xmlns:a16="http://schemas.microsoft.com/office/drawing/2014/main" id="{96B97173-A601-1D66-1651-4FE0D76A0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28"/>
          <a:stretch/>
        </p:blipFill>
        <p:spPr>
          <a:xfrm>
            <a:off x="-1" y="0"/>
            <a:ext cx="8264995" cy="532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4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вед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Графический объект 8">
            <a:extLst>
              <a:ext uri="{FF2B5EF4-FFF2-40B4-BE49-F238E27FC236}">
                <a16:creationId xmlns:a16="http://schemas.microsoft.com/office/drawing/2014/main" id="{0DFB311A-EAAD-7656-C753-E8C739948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4533" t="18691" r="1" b="-131"/>
          <a:stretch/>
        </p:blipFill>
        <p:spPr>
          <a:xfrm rot="5400000">
            <a:off x="7851419" y="-1244552"/>
            <a:ext cx="3096029" cy="5585137"/>
          </a:xfrm>
          <a:custGeom>
            <a:avLst/>
            <a:gdLst>
              <a:gd name="connsiteX0" fmla="*/ 0 w 1756624"/>
              <a:gd name="connsiteY0" fmla="*/ 0 h 6858000"/>
              <a:gd name="connsiteX1" fmla="*/ 1756624 w 1756624"/>
              <a:gd name="connsiteY1" fmla="*/ 0 h 6858000"/>
              <a:gd name="connsiteX2" fmla="*/ 1756624 w 1756624"/>
              <a:gd name="connsiteY2" fmla="*/ 6858000 h 6858000"/>
              <a:gd name="connsiteX3" fmla="*/ 0 w 175662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0" name="Графический объект 9">
            <a:extLst>
              <a:ext uri="{FF2B5EF4-FFF2-40B4-BE49-F238E27FC236}">
                <a16:creationId xmlns:a16="http://schemas.microsoft.com/office/drawing/2014/main" id="{1612F0DE-D367-10BB-1F71-60AA652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151" r="18577"/>
          <a:stretch/>
        </p:blipFill>
        <p:spPr>
          <a:xfrm>
            <a:off x="7010400" y="0"/>
            <a:ext cx="51816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4F5799-FC34-2F2D-D11E-9B472CAF06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15533"/>
            <a:ext cx="5181600" cy="2376868"/>
          </a:xfrm>
        </p:spPr>
        <p:txBody>
          <a:bodyPr rtlCol="0" anchor="b">
            <a:normAutofit/>
          </a:bodyPr>
          <a:lstStyle>
            <a:lvl1pPr>
              <a:defRPr lang="ru-RU" sz="32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2575025C-084B-CD7A-F546-0E13BA13CFE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400" y="2844800"/>
            <a:ext cx="5181600" cy="3128963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buNone/>
              <a:defRPr lang="ru-RU" sz="2000"/>
            </a:lvl1pPr>
            <a:lvl2pPr>
              <a:lnSpc>
                <a:spcPct val="120000"/>
              </a:lnSpc>
              <a:defRPr lang="ru-RU" sz="1800"/>
            </a:lvl2pPr>
            <a:lvl3pPr>
              <a:lnSpc>
                <a:spcPct val="120000"/>
              </a:lnSpc>
              <a:defRPr lang="ru-RU" sz="1600"/>
            </a:lvl3pPr>
            <a:lvl4pPr>
              <a:lnSpc>
                <a:spcPct val="120000"/>
              </a:lnSpc>
              <a:defRPr lang="ru-RU" sz="1400"/>
            </a:lvl4pPr>
            <a:lvl5pPr>
              <a:lnSpc>
                <a:spcPct val="120000"/>
              </a:lnSpc>
              <a:defRPr lang="ru-RU" sz="14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ru-RU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38750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Графический объект 6">
            <a:extLst>
              <a:ext uri="{FF2B5EF4-FFF2-40B4-BE49-F238E27FC236}">
                <a16:creationId xmlns:a16="http://schemas.microsoft.com/office/drawing/2014/main" id="{B5DE041D-A3BF-94FF-029C-719D4DADA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300" t="13815"/>
          <a:stretch/>
        </p:blipFill>
        <p:spPr>
          <a:xfrm>
            <a:off x="0" y="-1"/>
            <a:ext cx="4239206" cy="3776193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EE605D-0584-F71C-A97D-B672F13E39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2580640"/>
            <a:ext cx="5181600" cy="3368819"/>
          </a:xfrm>
        </p:spPr>
        <p:txBody>
          <a:bodyPr rtlCol="0" anchor="b">
            <a:normAutofit/>
          </a:bodyPr>
          <a:lstStyle>
            <a:lvl1pPr>
              <a:defRPr lang="ru-RU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9" name="Рисунок 8">
            <a:extLst>
              <a:ext uri="{FF2B5EF4-FFF2-40B4-BE49-F238E27FC236}">
                <a16:creationId xmlns:a16="http://schemas.microsoft.com/office/drawing/2014/main" id="{59AF635C-89E6-F6EF-FA6A-417A9A84BF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</p:spPr>
        <p:txBody>
          <a:bodyPr rtlCol="0">
            <a:normAutofit/>
          </a:bodyPr>
          <a:lstStyle>
            <a:lvl1pPr marL="0" indent="0" algn="ctr">
              <a:buNone/>
              <a:defRPr lang="ru-RU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Щелкните значок, чтобы вставить рисунок</a:t>
            </a:r>
          </a:p>
        </p:txBody>
      </p:sp>
    </p:spTree>
    <p:extLst>
      <p:ext uri="{BB962C8B-B14F-4D97-AF65-F5344CB8AC3E}">
        <p14:creationId xmlns:p14="http://schemas.microsoft.com/office/powerpoint/2010/main" val="73678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зор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Графический объект 7">
            <a:extLst>
              <a:ext uri="{FF2B5EF4-FFF2-40B4-BE49-F238E27FC236}">
                <a16:creationId xmlns:a16="http://schemas.microsoft.com/office/drawing/2014/main" id="{2B74EE53-DB22-C27E-074F-A7129585F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58" t="-5374" b="78533"/>
          <a:stretch/>
        </p:blipFill>
        <p:spPr>
          <a:xfrm rot="10800000">
            <a:off x="6324600" y="0"/>
            <a:ext cx="5867400" cy="1647324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8AEF0C-FA4B-8C23-0132-5529EC244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0" y="1310639"/>
            <a:ext cx="4805997" cy="2689629"/>
          </a:xfrm>
        </p:spPr>
        <p:txBody>
          <a:bodyPr rtlCol="0" anchor="b">
            <a:normAutofit/>
          </a:bodyPr>
          <a:lstStyle>
            <a:lvl1pPr>
              <a:defRPr lang="ru-RU" sz="48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2" name="Рисунок 11">
            <a:extLst>
              <a:ext uri="{FF2B5EF4-FFF2-40B4-BE49-F238E27FC236}">
                <a16:creationId xmlns:a16="http://schemas.microsoft.com/office/drawing/2014/main" id="{B3DD4867-9B0B-647C-1F78-5E50BF30F08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1016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5384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05384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</p:spPr>
        <p:txBody>
          <a:bodyPr rtlCol="0">
            <a:normAutofit/>
          </a:bodyPr>
          <a:lstStyle>
            <a:lvl1pPr marL="0" indent="0" algn="ctr">
              <a:buNone/>
              <a:defRPr lang="ru-RU" sz="2000"/>
            </a:lvl1pPr>
          </a:lstStyle>
          <a:p>
            <a:pPr rtl="0"/>
            <a:r>
              <a:rPr lang="ru-RU"/>
              <a:t>Вставка рисунка</a:t>
            </a:r>
          </a:p>
        </p:txBody>
      </p:sp>
      <p:sp>
        <p:nvSpPr>
          <p:cNvPr id="10" name="Объект 9">
            <a:extLst>
              <a:ext uri="{FF2B5EF4-FFF2-40B4-BE49-F238E27FC236}">
                <a16:creationId xmlns:a16="http://schemas.microsoft.com/office/drawing/2014/main" id="{BFF4D65D-965A-5E86-4D91-C72D1D03A8B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26163" y="4172990"/>
            <a:ext cx="4805997" cy="2389736"/>
          </a:xfrm>
        </p:spPr>
        <p:txBody>
          <a:bodyPr rtlCol="0">
            <a:normAutofit/>
          </a:bodyPr>
          <a:lstStyle>
            <a:lvl1pPr marL="0" indent="0">
              <a:buFont typeface="Arial" panose="020B0604020202020204" pitchFamily="34" charset="0"/>
              <a:buNone/>
              <a:defRPr lang="ru-RU" sz="2000"/>
            </a:lvl1pPr>
            <a:lvl2pPr marL="457200" indent="0">
              <a:buNone/>
              <a:defRPr lang="ru-RU" sz="1800"/>
            </a:lvl2pPr>
            <a:lvl3pPr marL="914400" indent="0">
              <a:buNone/>
              <a:defRPr lang="ru-RU" sz="1600"/>
            </a:lvl3pPr>
            <a:lvl4pPr marL="1371600" indent="0">
              <a:buNone/>
              <a:defRPr lang="ru-RU" sz="1400"/>
            </a:lvl4pPr>
            <a:lvl5pPr marL="1828800" indent="0">
              <a:buNone/>
              <a:defRPr lang="ru-RU" sz="14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26365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Графический объект 2">
            <a:extLst>
              <a:ext uri="{FF2B5EF4-FFF2-40B4-BE49-F238E27FC236}">
                <a16:creationId xmlns:a16="http://schemas.microsoft.com/office/drawing/2014/main" id="{04C9F686-E069-3B60-9625-01EE6A41D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239"/>
          <a:stretch/>
        </p:blipFill>
        <p:spPr>
          <a:xfrm flipH="1">
            <a:off x="9135414" y="0"/>
            <a:ext cx="3056586" cy="6858000"/>
          </a:xfrm>
          <a:custGeom>
            <a:avLst/>
            <a:gdLst>
              <a:gd name="connsiteX0" fmla="*/ 4284372 w 4284372"/>
              <a:gd name="connsiteY0" fmla="*/ 0 h 6858000"/>
              <a:gd name="connsiteX1" fmla="*/ 0 w 4284372"/>
              <a:gd name="connsiteY1" fmla="*/ 0 h 6858000"/>
              <a:gd name="connsiteX2" fmla="*/ 0 w 4284372"/>
              <a:gd name="connsiteY2" fmla="*/ 6858000 h 6858000"/>
              <a:gd name="connsiteX3" fmla="*/ 4284372 w 42843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</p:spPr>
      </p:pic>
      <p:pic>
        <p:nvPicPr>
          <p:cNvPr id="9" name="Графический объект 8">
            <a:extLst>
              <a:ext uri="{FF2B5EF4-FFF2-40B4-BE49-F238E27FC236}">
                <a16:creationId xmlns:a16="http://schemas.microsoft.com/office/drawing/2014/main" id="{6D7227F9-50F9-820B-69B7-924C02120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330"/>
          <a:stretch/>
        </p:blipFill>
        <p:spPr>
          <a:xfrm>
            <a:off x="7810500" y="3025140"/>
            <a:ext cx="4381500" cy="383286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8D1E69-316E-A8E1-7ADA-040A0E4907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</p:spPr>
        <p:txBody>
          <a:bodyPr rtlCol="0">
            <a:normAutofit/>
          </a:bodyPr>
          <a:lstStyle>
            <a:lvl1pPr>
              <a:defRPr lang="ru-RU" sz="32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1" name="Объект 10">
            <a:extLst>
              <a:ext uri="{FF2B5EF4-FFF2-40B4-BE49-F238E27FC236}">
                <a16:creationId xmlns:a16="http://schemas.microsoft.com/office/drawing/2014/main" id="{61069CA0-E0AB-99C6-10DB-13AAC019DD7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11363"/>
            <a:ext cx="7273638" cy="4155757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ru-RU" sz="2000"/>
            </a:lvl1pPr>
            <a:lvl2pPr>
              <a:spcBef>
                <a:spcPts val="0"/>
              </a:spcBef>
              <a:spcAft>
                <a:spcPts val="1200"/>
              </a:spcAft>
              <a:defRPr lang="ru-RU" sz="1800"/>
            </a:lvl2pPr>
            <a:lvl3pPr>
              <a:spcBef>
                <a:spcPts val="0"/>
              </a:spcBef>
              <a:spcAft>
                <a:spcPts val="1200"/>
              </a:spcAft>
              <a:defRPr lang="ru-RU" sz="1600"/>
            </a:lvl3pPr>
            <a:lvl4pPr>
              <a:spcBef>
                <a:spcPts val="0"/>
              </a:spcBef>
              <a:spcAft>
                <a:spcPts val="1200"/>
              </a:spcAft>
              <a:defRPr lang="ru-RU" sz="1400"/>
            </a:lvl4pPr>
            <a:lvl5pPr>
              <a:spcBef>
                <a:spcPts val="0"/>
              </a:spcBef>
              <a:spcAft>
                <a:spcPts val="1200"/>
              </a:spcAft>
              <a:defRPr lang="ru-RU" sz="14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ru-RU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5213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, содержимое и изображение слева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Графический объект 5">
            <a:extLst>
              <a:ext uri="{FF2B5EF4-FFF2-40B4-BE49-F238E27FC236}">
                <a16:creationId xmlns:a16="http://schemas.microsoft.com/office/drawing/2014/main" id="{4589277D-BC14-E7E0-5822-5575F563E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B1BDE-C8F3-ACC0-740B-CBD81287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 rtlCol="0" anchor="b">
            <a:normAutofit/>
          </a:bodyPr>
          <a:lstStyle>
            <a:lvl1pPr>
              <a:defRPr lang="ru-RU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128597A3-47D0-F393-55D9-07FFD951F39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</p:spPr>
        <p:txBody>
          <a:bodyPr rtlCol="0">
            <a:normAutofit/>
          </a:bodyPr>
          <a:lstStyle>
            <a:lvl1pPr marL="0" indent="0" algn="l">
              <a:buNone/>
              <a:defRPr lang="ru-RU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Вставка рисунка</a:t>
            </a:r>
          </a:p>
        </p:txBody>
      </p:sp>
      <p:sp>
        <p:nvSpPr>
          <p:cNvPr id="9" name="Объект 10">
            <a:extLst>
              <a:ext uri="{FF2B5EF4-FFF2-40B4-BE49-F238E27FC236}">
                <a16:creationId xmlns:a16="http://schemas.microsoft.com/office/drawing/2014/main" id="{4BF260CE-C6E3-AE7A-DB8E-A72A1CF5B54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0" y="4172990"/>
            <a:ext cx="4896677" cy="2309726"/>
          </a:xfrm>
        </p:spPr>
        <p:txBody>
          <a:bodyPr rtlCol="0"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lang="ru-RU" sz="2000">
                <a:solidFill>
                  <a:schemeClr val="bg1"/>
                </a:solidFill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800">
                <a:solidFill>
                  <a:schemeClr val="bg1"/>
                </a:solidFill>
              </a:defRPr>
            </a:lvl2pPr>
            <a:lvl3pPr marL="12001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600">
                <a:solidFill>
                  <a:schemeClr val="bg1"/>
                </a:solidFill>
              </a:defRPr>
            </a:lvl3pPr>
            <a:lvl4pPr marL="16573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>
                <a:solidFill>
                  <a:schemeClr val="bg1"/>
                </a:solidFill>
              </a:defRPr>
            </a:lvl4pPr>
            <a:lvl5pPr marL="21145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78911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ва объекта содержимого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Графический объект 7">
            <a:extLst>
              <a:ext uri="{FF2B5EF4-FFF2-40B4-BE49-F238E27FC236}">
                <a16:creationId xmlns:a16="http://schemas.microsoft.com/office/drawing/2014/main" id="{D6E20435-B9A5-359D-133D-5D3EED409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5" t="41988" r="53993" b="33420"/>
          <a:stretch/>
        </p:blipFill>
        <p:spPr>
          <a:xfrm rot="10800000">
            <a:off x="9198864" y="-5"/>
            <a:ext cx="2993136" cy="1517907"/>
          </a:xfrm>
          <a:prstGeom prst="rect">
            <a:avLst/>
          </a:prstGeom>
        </p:spPr>
      </p:pic>
      <p:pic>
        <p:nvPicPr>
          <p:cNvPr id="9" name="Графический объект 8">
            <a:extLst>
              <a:ext uri="{FF2B5EF4-FFF2-40B4-BE49-F238E27FC236}">
                <a16:creationId xmlns:a16="http://schemas.microsoft.com/office/drawing/2014/main" id="{7B99CAE4-AA9B-52BA-7DE8-8245CE705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5" t="24819" r="46503"/>
          <a:stretch/>
        </p:blipFill>
        <p:spPr>
          <a:xfrm rot="16200000">
            <a:off x="961221" y="4525179"/>
            <a:ext cx="1371600" cy="3294042"/>
          </a:xfrm>
          <a:prstGeom prst="rect">
            <a:avLst/>
          </a:prstGeom>
        </p:spPr>
      </p:pic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28DFE681-710B-6FE5-B8E0-3BC9DB9F1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1" cy="1629601"/>
          </a:xfrm>
        </p:spPr>
        <p:txBody>
          <a:bodyPr rtlCol="0">
            <a:normAutofit/>
          </a:bodyPr>
          <a:lstStyle>
            <a:lvl1pPr>
              <a:defRPr lang="ru-RU" sz="32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1" name="Объект 10">
            <a:extLst>
              <a:ext uri="{FF2B5EF4-FFF2-40B4-BE49-F238E27FC236}">
                <a16:creationId xmlns:a16="http://schemas.microsoft.com/office/drawing/2014/main" id="{3FE383D3-6A16-1891-FF52-470B26B9404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4992709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ru-RU" sz="2000"/>
            </a:lvl1pPr>
            <a:lvl2pPr>
              <a:spcBef>
                <a:spcPts val="0"/>
              </a:spcBef>
              <a:spcAft>
                <a:spcPts val="1200"/>
              </a:spcAft>
              <a:defRPr lang="ru-RU" sz="1800"/>
            </a:lvl2pPr>
            <a:lvl3pPr>
              <a:spcBef>
                <a:spcPts val="0"/>
              </a:spcBef>
              <a:spcAft>
                <a:spcPts val="1200"/>
              </a:spcAft>
              <a:defRPr lang="ru-RU" sz="1600"/>
            </a:lvl3pPr>
            <a:lvl4pPr>
              <a:spcBef>
                <a:spcPts val="0"/>
              </a:spcBef>
              <a:spcAft>
                <a:spcPts val="1200"/>
              </a:spcAft>
              <a:defRPr lang="ru-RU" sz="1400"/>
            </a:lvl4pPr>
            <a:lvl5pPr>
              <a:spcBef>
                <a:spcPts val="0"/>
              </a:spcBef>
              <a:spcAft>
                <a:spcPts val="1200"/>
              </a:spcAft>
              <a:defRPr lang="ru-RU" sz="14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2" name="Объект 10">
            <a:extLst>
              <a:ext uri="{FF2B5EF4-FFF2-40B4-BE49-F238E27FC236}">
                <a16:creationId xmlns:a16="http://schemas.microsoft.com/office/drawing/2014/main" id="{74B5EB04-CA6E-7417-56DF-A55B21E94B7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84891" y="2022250"/>
            <a:ext cx="4992709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ru-RU" sz="2000"/>
            </a:lvl1pPr>
            <a:lvl2pPr>
              <a:spcBef>
                <a:spcPts val="0"/>
              </a:spcBef>
              <a:spcAft>
                <a:spcPts val="1200"/>
              </a:spcAft>
              <a:defRPr lang="ru-RU" sz="1800"/>
            </a:lvl2pPr>
            <a:lvl3pPr>
              <a:spcBef>
                <a:spcPts val="0"/>
              </a:spcBef>
              <a:spcAft>
                <a:spcPts val="1200"/>
              </a:spcAft>
              <a:defRPr lang="ru-RU" sz="1600"/>
            </a:lvl3pPr>
            <a:lvl4pPr>
              <a:spcBef>
                <a:spcPts val="0"/>
              </a:spcBef>
              <a:spcAft>
                <a:spcPts val="1200"/>
              </a:spcAft>
              <a:defRPr lang="ru-RU" sz="1400"/>
            </a:lvl4pPr>
            <a:lvl5pPr>
              <a:spcBef>
                <a:spcPts val="0"/>
              </a:spcBef>
              <a:spcAft>
                <a:spcPts val="1200"/>
              </a:spcAft>
              <a:defRPr lang="ru-RU" sz="14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ru-RU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779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ва объекта содержимого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Графический объект 7">
            <a:extLst>
              <a:ext uri="{FF2B5EF4-FFF2-40B4-BE49-F238E27FC236}">
                <a16:creationId xmlns:a16="http://schemas.microsoft.com/office/drawing/2014/main" id="{A783FA55-EF1D-66CF-8FD5-29086D71E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1" t="40714" r="61027" b="44471"/>
          <a:stretch/>
        </p:blipFill>
        <p:spPr>
          <a:xfrm rot="10800000" flipV="1">
            <a:off x="-26830" y="5950040"/>
            <a:ext cx="2513521" cy="914400"/>
          </a:xfrm>
          <a:prstGeom prst="rect">
            <a:avLst/>
          </a:prstGeom>
        </p:spPr>
      </p:pic>
      <p:pic>
        <p:nvPicPr>
          <p:cNvPr id="9" name="Графический объект 8">
            <a:extLst>
              <a:ext uri="{FF2B5EF4-FFF2-40B4-BE49-F238E27FC236}">
                <a16:creationId xmlns:a16="http://schemas.microsoft.com/office/drawing/2014/main" id="{542CEFED-8DE0-0155-A5B6-A44051A6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57FC493E-284F-ADBA-D92D-883CAB13AD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125"/>
            <a:ext cx="10439401" cy="1617017"/>
          </a:xfrm>
        </p:spPr>
        <p:txBody>
          <a:bodyPr rtlCol="0">
            <a:normAutofit/>
          </a:bodyPr>
          <a:lstStyle>
            <a:lvl1pPr>
              <a:defRPr lang="ru-RU" sz="32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1" name="Объект 10">
            <a:extLst>
              <a:ext uri="{FF2B5EF4-FFF2-40B4-BE49-F238E27FC236}">
                <a16:creationId xmlns:a16="http://schemas.microsoft.com/office/drawing/2014/main" id="{4B8B2035-4AA9-D25E-9F15-3ED36F734D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310129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ru-RU" sz="2000" b="1"/>
            </a:lvl1pPr>
            <a:lvl2pPr>
              <a:spcBef>
                <a:spcPts val="0"/>
              </a:spcBef>
              <a:spcAft>
                <a:spcPts val="1200"/>
              </a:spcAft>
              <a:defRPr lang="ru-RU" sz="1800" b="1"/>
            </a:lvl2pPr>
            <a:lvl3pPr>
              <a:spcBef>
                <a:spcPts val="0"/>
              </a:spcBef>
              <a:spcAft>
                <a:spcPts val="1200"/>
              </a:spcAft>
              <a:defRPr lang="ru-RU" sz="1600" b="1"/>
            </a:lvl3pPr>
            <a:lvl4pPr>
              <a:spcBef>
                <a:spcPts val="0"/>
              </a:spcBef>
              <a:spcAft>
                <a:spcPts val="1200"/>
              </a:spcAft>
              <a:defRPr lang="ru-RU" sz="1400" b="1"/>
            </a:lvl4pPr>
            <a:lvl5pPr>
              <a:spcBef>
                <a:spcPts val="0"/>
              </a:spcBef>
              <a:spcAft>
                <a:spcPts val="1200"/>
              </a:spcAft>
              <a:defRPr lang="ru-RU" sz="1400" b="1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2" name="Объект 10">
            <a:extLst>
              <a:ext uri="{FF2B5EF4-FFF2-40B4-BE49-F238E27FC236}">
                <a16:creationId xmlns:a16="http://schemas.microsoft.com/office/drawing/2014/main" id="{6A694422-6B3E-3D80-AC41-FD1CED52ACA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602310" y="2018120"/>
            <a:ext cx="6751489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ru-RU" sz="2000"/>
            </a:lvl1pPr>
            <a:lvl2pPr>
              <a:spcBef>
                <a:spcPts val="0"/>
              </a:spcBef>
              <a:spcAft>
                <a:spcPts val="1200"/>
              </a:spcAft>
              <a:defRPr lang="ru-RU" sz="1800"/>
            </a:lvl2pPr>
            <a:lvl3pPr>
              <a:spcBef>
                <a:spcPts val="0"/>
              </a:spcBef>
              <a:spcAft>
                <a:spcPts val="1200"/>
              </a:spcAft>
              <a:defRPr lang="ru-RU" sz="1600"/>
            </a:lvl3pPr>
            <a:lvl4pPr>
              <a:spcBef>
                <a:spcPts val="0"/>
              </a:spcBef>
              <a:spcAft>
                <a:spcPts val="1200"/>
              </a:spcAft>
              <a:defRPr lang="ru-RU" sz="1400"/>
            </a:lvl4pPr>
            <a:lvl5pPr>
              <a:spcBef>
                <a:spcPts val="0"/>
              </a:spcBef>
              <a:spcAft>
                <a:spcPts val="1200"/>
              </a:spcAft>
              <a:defRPr lang="ru-RU" sz="140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ru-RU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281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, содержимое и изображение справ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Графический объект 7">
            <a:extLst>
              <a:ext uri="{FF2B5EF4-FFF2-40B4-BE49-F238E27FC236}">
                <a16:creationId xmlns:a16="http://schemas.microsoft.com/office/drawing/2014/main" id="{48DBD2A1-633E-7A22-751B-5CEFCA93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3" t="485" b="67543"/>
          <a:stretch/>
        </p:blipFill>
        <p:spPr>
          <a:xfrm rot="5400000">
            <a:off x="-115162" y="115164"/>
            <a:ext cx="1895058" cy="1664735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3E7BF4D0-D641-9859-157D-B9094EF3D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385" y="446313"/>
            <a:ext cx="5179615" cy="1448747"/>
          </a:xfrm>
        </p:spPr>
        <p:txBody>
          <a:bodyPr rtlCol="0">
            <a:normAutofit/>
          </a:bodyPr>
          <a:lstStyle>
            <a:lvl1pPr>
              <a:defRPr lang="ru-RU" sz="32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0" name="Объект 10">
            <a:extLst>
              <a:ext uri="{FF2B5EF4-FFF2-40B4-BE49-F238E27FC236}">
                <a16:creationId xmlns:a16="http://schemas.microsoft.com/office/drawing/2014/main" id="{115AE488-757F-4C5A-7733-85C1D1EA98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5181600" cy="374718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ru-RU" sz="2000" b="0"/>
            </a:lvl1pPr>
            <a:lvl2pPr>
              <a:spcBef>
                <a:spcPts val="0"/>
              </a:spcBef>
              <a:spcAft>
                <a:spcPts val="1200"/>
              </a:spcAft>
              <a:defRPr lang="ru-RU" sz="1800" b="0"/>
            </a:lvl2pPr>
            <a:lvl3pPr>
              <a:spcBef>
                <a:spcPts val="0"/>
              </a:spcBef>
              <a:spcAft>
                <a:spcPts val="1200"/>
              </a:spcAft>
              <a:defRPr lang="ru-RU" sz="1600" b="0"/>
            </a:lvl3pPr>
            <a:lvl4pPr>
              <a:spcBef>
                <a:spcPts val="0"/>
              </a:spcBef>
              <a:spcAft>
                <a:spcPts val="1200"/>
              </a:spcAft>
              <a:defRPr lang="ru-RU" sz="1400" b="0"/>
            </a:lvl4pPr>
            <a:lvl5pPr>
              <a:spcBef>
                <a:spcPts val="0"/>
              </a:spcBef>
              <a:spcAft>
                <a:spcPts val="1200"/>
              </a:spcAft>
              <a:defRPr lang="ru-RU" sz="1400" b="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ru-RU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2" name="Рисунок 11">
            <a:extLst>
              <a:ext uri="{FF2B5EF4-FFF2-40B4-BE49-F238E27FC236}">
                <a16:creationId xmlns:a16="http://schemas.microsoft.com/office/drawing/2014/main" id="{39DD264F-42B5-DBB0-9839-DB4C6827ED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6950" y="0"/>
            <a:ext cx="6115050" cy="6868886"/>
          </a:xfrm>
          <a:custGeom>
            <a:avLst/>
            <a:gdLst>
              <a:gd name="connsiteX0" fmla="*/ 0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0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2024742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3603171 h 6858000"/>
              <a:gd name="connsiteX3" fmla="*/ 6115050 w 6115050"/>
              <a:gd name="connsiteY3" fmla="*/ 6858000 h 6858000"/>
              <a:gd name="connsiteX4" fmla="*/ 0 w 6115050"/>
              <a:gd name="connsiteY4" fmla="*/ 6858000 h 6858000"/>
              <a:gd name="connsiteX5" fmla="*/ 2024742 w 6115050"/>
              <a:gd name="connsiteY5" fmla="*/ 0 h 6858000"/>
              <a:gd name="connsiteX0" fmla="*/ 2024742 w 6115050"/>
              <a:gd name="connsiteY0" fmla="*/ 0 h 6868886"/>
              <a:gd name="connsiteX1" fmla="*/ 6115050 w 6115050"/>
              <a:gd name="connsiteY1" fmla="*/ 0 h 6868886"/>
              <a:gd name="connsiteX2" fmla="*/ 6115050 w 6115050"/>
              <a:gd name="connsiteY2" fmla="*/ 3603171 h 6868886"/>
              <a:gd name="connsiteX3" fmla="*/ 5157107 w 6115050"/>
              <a:gd name="connsiteY3" fmla="*/ 6868886 h 6868886"/>
              <a:gd name="connsiteX4" fmla="*/ 0 w 6115050"/>
              <a:gd name="connsiteY4" fmla="*/ 6858000 h 6868886"/>
              <a:gd name="connsiteX5" fmla="*/ 2024742 w 6115050"/>
              <a:gd name="connsiteY5" fmla="*/ 0 h 686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15050" h="6868886">
                <a:moveTo>
                  <a:pt x="2024742" y="0"/>
                </a:moveTo>
                <a:lnTo>
                  <a:pt x="6115050" y="0"/>
                </a:lnTo>
                <a:lnTo>
                  <a:pt x="6115050" y="3603171"/>
                </a:lnTo>
                <a:lnTo>
                  <a:pt x="5157107" y="6868886"/>
                </a:lnTo>
                <a:lnTo>
                  <a:pt x="0" y="6858000"/>
                </a:lnTo>
                <a:lnTo>
                  <a:pt x="2024742" y="0"/>
                </a:lnTo>
                <a:close/>
              </a:path>
            </a:pathLst>
          </a:custGeom>
        </p:spPr>
        <p:txBody>
          <a:bodyPr rtlCol="0">
            <a:normAutofit/>
          </a:bodyPr>
          <a:lstStyle>
            <a:lvl1pPr marL="0" indent="0" algn="r">
              <a:buNone/>
              <a:defRPr lang="ru-RU" sz="2000"/>
            </a:lvl1pPr>
          </a:lstStyle>
          <a:p>
            <a:pPr rtl="0"/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467008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, содержимое и таблица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Графический объект 1">
            <a:extLst>
              <a:ext uri="{FF2B5EF4-FFF2-40B4-BE49-F238E27FC236}">
                <a16:creationId xmlns:a16="http://schemas.microsoft.com/office/drawing/2014/main" id="{BE5D17C7-3503-7305-8191-20863B738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824" b="26760"/>
          <a:stretch/>
        </p:blipFill>
        <p:spPr>
          <a:xfrm>
            <a:off x="9229725" y="1835240"/>
            <a:ext cx="2962275" cy="5022760"/>
          </a:xfrm>
          <a:prstGeom prst="rect">
            <a:avLst/>
          </a:prstGeom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76E1AE6-3E01-1CBD-CAEC-11056D00A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3413" y="1835240"/>
            <a:ext cx="7000875" cy="4279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>
              <a:latin typeface="Arial" panose="020B0604020202020204" pitchFamily="34" charset="0"/>
            </a:endParaRPr>
          </a:p>
        </p:txBody>
      </p:sp>
      <p:pic>
        <p:nvPicPr>
          <p:cNvPr id="9" name="Графический объект 8">
            <a:extLst>
              <a:ext uri="{FF2B5EF4-FFF2-40B4-BE49-F238E27FC236}">
                <a16:creationId xmlns:a16="http://schemas.microsoft.com/office/drawing/2014/main" id="{90E28F03-2149-7C50-779B-6A2D8D78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0903" r="75060" b="10347"/>
          <a:stretch/>
        </p:blipFill>
        <p:spPr>
          <a:xfrm rot="16200000">
            <a:off x="149650" y="-149653"/>
            <a:ext cx="1672375" cy="1971675"/>
          </a:xfrm>
          <a:prstGeom prst="rect">
            <a:avLst/>
          </a:prstGeom>
        </p:spPr>
      </p:pic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CA4CAE4E-4252-8471-C50B-1DD5AFBFE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2" cy="1603462"/>
          </a:xfrm>
        </p:spPr>
        <p:txBody>
          <a:bodyPr rtlCol="0">
            <a:normAutofit/>
          </a:bodyPr>
          <a:lstStyle>
            <a:lvl1pPr>
              <a:defRPr lang="ru-RU" sz="32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1" name="Объект 10">
            <a:extLst>
              <a:ext uri="{FF2B5EF4-FFF2-40B4-BE49-F238E27FC236}">
                <a16:creationId xmlns:a16="http://schemas.microsoft.com/office/drawing/2014/main" id="{E493CE42-5465-91AC-A1F4-A4821AE37A9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299013" cy="3914910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ru-RU" sz="2000" b="0"/>
            </a:lvl1pPr>
            <a:lvl2pPr>
              <a:spcBef>
                <a:spcPts val="0"/>
              </a:spcBef>
              <a:spcAft>
                <a:spcPts val="1200"/>
              </a:spcAft>
              <a:defRPr lang="ru-RU" sz="1800" b="0"/>
            </a:lvl2pPr>
            <a:lvl3pPr>
              <a:spcBef>
                <a:spcPts val="0"/>
              </a:spcBef>
              <a:spcAft>
                <a:spcPts val="1200"/>
              </a:spcAft>
              <a:defRPr lang="ru-RU" sz="1600" b="0"/>
            </a:lvl3pPr>
            <a:lvl4pPr>
              <a:spcBef>
                <a:spcPts val="0"/>
              </a:spcBef>
              <a:spcAft>
                <a:spcPts val="1200"/>
              </a:spcAft>
              <a:defRPr lang="ru-RU" sz="1400" b="0"/>
            </a:lvl4pPr>
            <a:lvl5pPr>
              <a:spcBef>
                <a:spcPts val="0"/>
              </a:spcBef>
              <a:spcAft>
                <a:spcPts val="1200"/>
              </a:spcAft>
              <a:defRPr lang="ru-RU" sz="1400" b="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3" name="Заполнитель таблицы 12">
            <a:extLst>
              <a:ext uri="{FF2B5EF4-FFF2-40B4-BE49-F238E27FC236}">
                <a16:creationId xmlns:a16="http://schemas.microsoft.com/office/drawing/2014/main" id="{156A00B1-F3E3-B7FF-58F4-61DE3EF07C07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4602163" y="2017713"/>
            <a:ext cx="6675437" cy="3932237"/>
          </a:xfrm>
        </p:spPr>
        <p:txBody>
          <a:bodyPr rtlCol="0">
            <a:normAutofit/>
          </a:bodyPr>
          <a:lstStyle>
            <a:lvl1pPr>
              <a:defRPr lang="ru-RU" sz="2000"/>
            </a:lvl1pPr>
          </a:lstStyle>
          <a:p>
            <a:pPr rtl="0"/>
            <a:r>
              <a:rPr lang="ru-RU"/>
              <a:t>Щелкните значок, чтобы вставить таблицу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ru-RU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6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ва объекта содержимого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Графический объект 7">
            <a:extLst>
              <a:ext uri="{FF2B5EF4-FFF2-40B4-BE49-F238E27FC236}">
                <a16:creationId xmlns:a16="http://schemas.microsoft.com/office/drawing/2014/main" id="{13A42171-0D82-07BF-4667-498861CC2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08" r="46636" b="1"/>
          <a:stretch/>
        </p:blipFill>
        <p:spPr>
          <a:xfrm flipH="1" flipV="1">
            <a:off x="10506072" y="3984078"/>
            <a:ext cx="1685928" cy="2873921"/>
          </a:xfrm>
          <a:prstGeom prst="rect">
            <a:avLst/>
          </a:prstGeom>
        </p:spPr>
      </p:pic>
      <p:pic>
        <p:nvPicPr>
          <p:cNvPr id="9" name="Графический объект 8">
            <a:extLst>
              <a:ext uri="{FF2B5EF4-FFF2-40B4-BE49-F238E27FC236}">
                <a16:creationId xmlns:a16="http://schemas.microsoft.com/office/drawing/2014/main" id="{13C71A0D-EE6D-54C4-71DE-04BE28558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89" b="8754"/>
          <a:stretch/>
        </p:blipFill>
        <p:spPr>
          <a:xfrm rot="5400000" flipV="1">
            <a:off x="9781526" y="-311511"/>
            <a:ext cx="2098964" cy="2721985"/>
          </a:xfrm>
          <a:prstGeom prst="rect">
            <a:avLst/>
          </a:prstGeom>
        </p:spPr>
      </p:pic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3F82FA92-501B-5A05-E15F-2FB9BCEBE3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1990" y="434225"/>
            <a:ext cx="9524998" cy="1499627"/>
          </a:xfrm>
        </p:spPr>
        <p:txBody>
          <a:bodyPr rtlCol="0">
            <a:normAutofit/>
          </a:bodyPr>
          <a:lstStyle>
            <a:lvl1pPr>
              <a:defRPr lang="ru-RU" sz="32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11" name="Объект 10">
            <a:extLst>
              <a:ext uri="{FF2B5EF4-FFF2-40B4-BE49-F238E27FC236}">
                <a16:creationId xmlns:a16="http://schemas.microsoft.com/office/drawing/2014/main" id="{B463EEE0-BE31-122C-586C-8BA8D90371E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6257366" cy="3914910"/>
          </a:xfrm>
        </p:spPr>
        <p:txBody>
          <a:bodyPr rtlCol="0"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lang="ru-RU" sz="2000" b="0"/>
            </a:lvl1pPr>
            <a:lvl2pPr marL="228600">
              <a:spcBef>
                <a:spcPts val="0"/>
              </a:spcBef>
              <a:spcAft>
                <a:spcPts val="1200"/>
              </a:spcAft>
              <a:defRPr lang="ru-RU" sz="2000" b="0"/>
            </a:lvl2pPr>
            <a:lvl3pPr marL="685800">
              <a:spcBef>
                <a:spcPts val="0"/>
              </a:spcBef>
              <a:spcAft>
                <a:spcPts val="1200"/>
              </a:spcAft>
              <a:defRPr lang="ru-RU" sz="1800" b="0"/>
            </a:lvl3pPr>
            <a:lvl4pPr marL="914400">
              <a:spcBef>
                <a:spcPts val="0"/>
              </a:spcBef>
              <a:spcAft>
                <a:spcPts val="1200"/>
              </a:spcAft>
              <a:defRPr lang="ru-RU" sz="1600" b="0"/>
            </a:lvl4pPr>
            <a:lvl5pPr marL="1143000">
              <a:spcBef>
                <a:spcPts val="0"/>
              </a:spcBef>
              <a:spcAft>
                <a:spcPts val="1200"/>
              </a:spcAft>
              <a:defRPr lang="ru-RU" sz="1600" b="0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2" name="Объект 10">
            <a:extLst>
              <a:ext uri="{FF2B5EF4-FFF2-40B4-BE49-F238E27FC236}">
                <a16:creationId xmlns:a16="http://schemas.microsoft.com/office/drawing/2014/main" id="{52C157D5-2C68-BA6A-033B-A4CC016CA68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967475" y="2018119"/>
            <a:ext cx="2449514" cy="3931919"/>
          </a:xfrm>
        </p:spPr>
        <p:txBody>
          <a:bodyPr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ru-RU" sz="2000" b="1"/>
            </a:lvl1pPr>
            <a:lvl2pPr marL="411480">
              <a:spcBef>
                <a:spcPts val="0"/>
              </a:spcBef>
              <a:spcAft>
                <a:spcPts val="1200"/>
              </a:spcAft>
              <a:defRPr lang="ru-RU" sz="1800" b="1"/>
            </a:lvl2pPr>
            <a:lvl3pPr marL="502920">
              <a:spcBef>
                <a:spcPts val="0"/>
              </a:spcBef>
              <a:spcAft>
                <a:spcPts val="1200"/>
              </a:spcAft>
              <a:defRPr lang="ru-RU" sz="1600" b="1"/>
            </a:lvl3pPr>
            <a:lvl4pPr marL="594360">
              <a:spcBef>
                <a:spcPts val="0"/>
              </a:spcBef>
              <a:spcAft>
                <a:spcPts val="1200"/>
              </a:spcAft>
              <a:defRPr lang="ru-RU" sz="1400" b="1"/>
            </a:lvl4pPr>
            <a:lvl5pPr marL="685800">
              <a:spcBef>
                <a:spcPts val="0"/>
              </a:spcBef>
              <a:spcAft>
                <a:spcPts val="1200"/>
              </a:spcAft>
              <a:defRPr lang="ru-RU" sz="1400" b="1"/>
            </a:lvl5pPr>
          </a:lstStyle>
          <a:p>
            <a:pPr lvl="0" rtl="0"/>
            <a:r>
              <a:rPr lang="ru-RU"/>
              <a:t>Текст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ru-RU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984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Графический объект 2">
            <a:extLst>
              <a:ext uri="{FF2B5EF4-FFF2-40B4-BE49-F238E27FC236}">
                <a16:creationId xmlns:a16="http://schemas.microsoft.com/office/drawing/2014/main" id="{15CC9A46-E0E7-B31D-3E27-6F4303A45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67669DC-4C7F-9B50-FCC0-F2AF5B2A95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545" y="584477"/>
            <a:ext cx="10354052" cy="1209765"/>
          </a:xfrm>
        </p:spPr>
        <p:txBody>
          <a:bodyPr rtlCol="0">
            <a:normAutofit/>
          </a:bodyPr>
          <a:lstStyle>
            <a:lvl1pPr>
              <a:defRPr lang="ru-RU" sz="3200"/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9" name="Заполнитель таблицы 8">
            <a:extLst>
              <a:ext uri="{FF2B5EF4-FFF2-40B4-BE49-F238E27FC236}">
                <a16:creationId xmlns:a16="http://schemas.microsoft.com/office/drawing/2014/main" id="{BEF581C2-7562-2E21-E6DD-20AEFC43AAB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23545" y="2009775"/>
            <a:ext cx="10354052" cy="3931920"/>
          </a:xfrm>
        </p:spPr>
        <p:txBody>
          <a:bodyPr rtlCol="0">
            <a:normAutofit/>
          </a:bodyPr>
          <a:lstStyle>
            <a:lvl1pPr>
              <a:defRPr lang="ru-RU" sz="2400"/>
            </a:lvl1pPr>
          </a:lstStyle>
          <a:p>
            <a:pPr rtl="0"/>
            <a:r>
              <a:rPr lang="ru-RU"/>
              <a:t>Вставка таблицы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ru-RU" sz="12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384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ение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E3A3E8B6-2BD8-19E0-7F51-7A25EF836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4" cy="3624984"/>
          </a:xfrm>
        </p:spPr>
        <p:txBody>
          <a:bodyPr rtlCol="0" anchor="b">
            <a:normAutofit/>
          </a:bodyPr>
          <a:lstStyle>
            <a:lvl1pPr>
              <a:defRPr lang="ru-RU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Заголовок слайда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B1F96043-F6A4-F581-7DB8-96138F0E401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1514" y="4172989"/>
            <a:ext cx="5057103" cy="2519363"/>
          </a:xfrm>
        </p:spPr>
        <p:txBody>
          <a:bodyPr rtlCol="0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lang="ru-RU" sz="2000" baseline="0">
                <a:solidFill>
                  <a:schemeClr val="bg1"/>
                </a:solidFill>
              </a:defRPr>
            </a:lvl1pPr>
            <a:lvl2pPr marL="7429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800" baseline="0">
                <a:solidFill>
                  <a:schemeClr val="bg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600" baseline="0">
                <a:solidFill>
                  <a:schemeClr val="bg1"/>
                </a:solidFill>
              </a:defRPr>
            </a:lvl3pPr>
            <a:lvl4pPr marL="16573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400" baseline="0">
                <a:solidFill>
                  <a:schemeClr val="bg1"/>
                </a:solidFill>
              </a:defRPr>
            </a:lvl4pPr>
            <a:lvl5pPr marL="2000250" indent="-1714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pic>
        <p:nvPicPr>
          <p:cNvPr id="2" name="Графический объект 1">
            <a:extLst>
              <a:ext uri="{FF2B5EF4-FFF2-40B4-BE49-F238E27FC236}">
                <a16:creationId xmlns:a16="http://schemas.microsoft.com/office/drawing/2014/main" id="{C805DE67-EFB0-F6F3-6C08-2FE90284C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4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ru-RU"/>
            </a:defPPr>
          </a:lstStyle>
          <a:p>
            <a:pPr rtl="0"/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ru-RU"/>
            </a:defPPr>
          </a:lstStyle>
          <a:p>
            <a:pPr lvl="0" rtl="0"/>
            <a:r>
              <a:rPr lang="ru-RU" dirty="0"/>
              <a:t>Щелкните, чтобы изменить стили текста образца слайда</a:t>
            </a:r>
          </a:p>
          <a:p>
            <a:pPr lvl="1" rtl="0"/>
            <a:r>
              <a:rPr lang="ru-RU" dirty="0"/>
              <a:t>Второй уровень</a:t>
            </a:r>
          </a:p>
          <a:p>
            <a:pPr lvl="2" rtl="0"/>
            <a:r>
              <a:rPr lang="ru-RU" dirty="0"/>
              <a:t>Третий уровень</a:t>
            </a:r>
          </a:p>
          <a:p>
            <a:pPr lvl="3" rtl="0"/>
            <a:r>
              <a:rPr lang="ru-RU" dirty="0"/>
              <a:t>Четвертый уровень</a:t>
            </a:r>
          </a:p>
          <a:p>
            <a:pPr lvl="4" rtl="0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ru-RU"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ru-RU"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ru-RU" dirty="0"/>
              <a:t>Набор слайдов для презентации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ru-RU"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B5CEABB6-07DC-46E8-9B57-56EC44A396E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06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4400" kern="1200" cap="all" baseline="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ru-RU"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440D96-BFFB-05BD-30ED-0352500C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2670" y="2446316"/>
            <a:ext cx="5731757" cy="982683"/>
          </a:xfrm>
        </p:spPr>
        <p:txBody>
          <a:bodyPr rtlCol="0">
            <a:normAutofit/>
          </a:bodyPr>
          <a:lstStyle>
            <a:defPPr>
              <a:defRPr lang="ru-RU"/>
            </a:defPPr>
          </a:lstStyle>
          <a:p>
            <a:pPr rtl="0"/>
            <a:r>
              <a:rPr lang="ru-RU" sz="3200" dirty="0"/>
              <a:t>Игра </a:t>
            </a:r>
            <a:r>
              <a:rPr lang="en-US" sz="3200" dirty="0" err="1"/>
              <a:t>Saimon</a:t>
            </a:r>
            <a:r>
              <a:rPr lang="en-US" sz="3200" dirty="0"/>
              <a:t> says</a:t>
            </a:r>
            <a:endParaRPr lang="ru-RU" sz="3200" dirty="0"/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B99EE7FE-2F54-430E-9E51-16C0F941FADC}"/>
              </a:ext>
            </a:extLst>
          </p:cNvPr>
          <p:cNvSpPr txBox="1">
            <a:spLocks/>
          </p:cNvSpPr>
          <p:nvPr/>
        </p:nvSpPr>
        <p:spPr>
          <a:xfrm>
            <a:off x="6222670" y="2861952"/>
            <a:ext cx="5422999" cy="16100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lang="ru-RU"/>
            </a:defPPr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4800" kern="1200" cap="all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en-US" sz="3200" dirty="0"/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FBFE685-6881-4F45-94D0-C3C16F3A97C6}"/>
              </a:ext>
            </a:extLst>
          </p:cNvPr>
          <p:cNvSpPr txBox="1">
            <a:spLocks/>
          </p:cNvSpPr>
          <p:nvPr/>
        </p:nvSpPr>
        <p:spPr>
          <a:xfrm>
            <a:off x="6068290" y="4091048"/>
            <a:ext cx="5731757" cy="15230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lang="ru-RU"/>
            </a:defPPr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4800" kern="1200" cap="all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en-US" sz="3200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ECEAA549-5F45-4DEC-B7CF-2D6413DEDD44}"/>
              </a:ext>
            </a:extLst>
          </p:cNvPr>
          <p:cNvSpPr txBox="1">
            <a:spLocks/>
          </p:cNvSpPr>
          <p:nvPr/>
        </p:nvSpPr>
        <p:spPr>
          <a:xfrm>
            <a:off x="6222668" y="3429000"/>
            <a:ext cx="5577379" cy="232805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defPPr>
              <a:defRPr lang="ru-RU"/>
            </a:defPPr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4800" kern="1200" cap="all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ru-RU" sz="2200" dirty="0"/>
              <a:t>Подготовил студент группы Иб-41 Корейво </a:t>
            </a:r>
            <a:r>
              <a:rPr lang="ru-RU" sz="2200" dirty="0" err="1"/>
              <a:t>ярослав</a:t>
            </a:r>
            <a:endParaRPr lang="ru-RU" sz="2200" dirty="0"/>
          </a:p>
          <a:p>
            <a:endParaRPr lang="ru-RU" sz="2200" dirty="0"/>
          </a:p>
          <a:p>
            <a:r>
              <a:rPr lang="ru-RU" sz="2200" dirty="0"/>
              <a:t>Преподаватель</a:t>
            </a:r>
            <a:r>
              <a:rPr lang="en-US" sz="2200" dirty="0"/>
              <a:t>: </a:t>
            </a:r>
            <a:r>
              <a:rPr lang="ru-RU" sz="2200" dirty="0" err="1"/>
              <a:t>Липатникова</a:t>
            </a:r>
            <a:r>
              <a:rPr lang="ru-RU" sz="2200" dirty="0"/>
              <a:t> Надежда Михайловна</a:t>
            </a:r>
          </a:p>
          <a:p>
            <a:endParaRPr lang="ru-RU" sz="2200" dirty="0"/>
          </a:p>
          <a:p>
            <a:r>
              <a:rPr lang="ru-RU" sz="2200" dirty="0"/>
              <a:t>2026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945390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>
            <a:extLst>
              <a:ext uri="{FF2B5EF4-FFF2-40B4-BE49-F238E27FC236}">
                <a16:creationId xmlns:a16="http://schemas.microsoft.com/office/drawing/2014/main" id="{B20C1E08-E337-110E-DB8E-41BA4A3341A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6877" y="493486"/>
            <a:ext cx="7190510" cy="5752768"/>
          </a:xfrm>
        </p:spPr>
        <p:txBody>
          <a:bodyPr rtlCol="0">
            <a:noAutofit/>
          </a:bodyPr>
          <a:lstStyle>
            <a:defPPr>
              <a:defRPr lang="ru-RU"/>
            </a:defPPr>
          </a:lstStyle>
          <a:p>
            <a:pPr lvl="1"/>
            <a:r>
              <a:rPr lang="ru-RU" sz="2200" b="0" i="0" dirty="0">
                <a:effectLst/>
              </a:rPr>
              <a:t>Мой проект решает современную проблему плохой кратковременной памяти и скорости реакции. Традиционные упражнения на память скучные и быстро надоедают, поэтому можно сделать тренажер в виде игры.</a:t>
            </a:r>
          </a:p>
          <a:p>
            <a:pPr lvl="1"/>
            <a:r>
              <a:rPr lang="ru-RU" sz="2200" dirty="0"/>
              <a:t>Целевая аудитория </a:t>
            </a:r>
          </a:p>
          <a:p>
            <a:pPr marL="800100" lvl="1" indent="-342900">
              <a:buFont typeface="+mj-lt"/>
              <a:buAutoNum type="arabicPeriod"/>
            </a:pPr>
            <a:r>
              <a:rPr lang="ru-RU" sz="2200" b="0" i="0" dirty="0">
                <a:effectLst/>
              </a:rPr>
              <a:t>Дети (6-12 лет)</a:t>
            </a:r>
          </a:p>
          <a:p>
            <a:pPr marL="800100" lvl="1" indent="-342900">
              <a:buFont typeface="+mj-lt"/>
              <a:buAutoNum type="arabicPeriod"/>
            </a:pPr>
            <a:r>
              <a:rPr lang="ru-RU" sz="2200" b="0" i="0" dirty="0">
                <a:effectLst/>
              </a:rPr>
              <a:t>Школьники - студенты (13-21 год)</a:t>
            </a:r>
          </a:p>
          <a:p>
            <a:pPr marL="800100" lvl="1" indent="-342900">
              <a:buFont typeface="+mj-lt"/>
              <a:buAutoNum type="arabicPeriod"/>
            </a:pPr>
            <a:r>
              <a:rPr lang="ru-RU" sz="2200" b="0" i="0" dirty="0">
                <a:effectLst/>
              </a:rPr>
              <a:t>Более взрослые люди (21+ лет)</a:t>
            </a:r>
          </a:p>
          <a:p>
            <a:pPr marL="800100" lvl="1" indent="-342900">
              <a:buFont typeface="+mj-lt"/>
              <a:buAutoNum type="arabicPeriod"/>
            </a:pPr>
            <a:r>
              <a:rPr lang="ru-RU" sz="2200" b="0" i="0" dirty="0">
                <a:effectLst/>
              </a:rPr>
              <a:t>Любители мини-игр и классических аркад</a:t>
            </a:r>
            <a:endParaRPr lang="en-US" sz="2200" b="0" i="0" dirty="0">
              <a:effectLst/>
            </a:endParaRPr>
          </a:p>
          <a:p>
            <a:pPr lvl="1"/>
            <a:r>
              <a:rPr lang="ru-RU" sz="2200" dirty="0"/>
              <a:t>Игроку предлагается запоминать и повторять последовательность цветов, которая с каждым уровнем становится длиннее и сложнее.</a:t>
            </a:r>
            <a:endParaRPr lang="ru-RU" sz="2200" b="0" i="0" dirty="0">
              <a:effectLst/>
            </a:endParaRPr>
          </a:p>
          <a:p>
            <a:pPr marL="457200" lvl="1" indent="0">
              <a:buNone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542059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DD59383-E6CD-CF57-B9CF-5820B1CEC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693" y="855023"/>
            <a:ext cx="5475712" cy="1126440"/>
          </a:xfrm>
        </p:spPr>
        <p:txBody>
          <a:bodyPr rtlCol="0">
            <a:normAutofit/>
          </a:bodyPr>
          <a:lstStyle>
            <a:defPPr>
              <a:defRPr lang="ru-RU"/>
            </a:defPPr>
          </a:lstStyle>
          <a:p>
            <a:pPr rtl="0"/>
            <a:r>
              <a:rPr lang="ru-RU" sz="3200" dirty="0"/>
              <a:t>Блок-схема алгоритма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A509A53-3F1F-4000-8478-9B44E32B22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9528" y="778681"/>
            <a:ext cx="2950550" cy="5859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76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DD59383-E6CD-CF57-B9CF-5820B1CEC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693" y="855023"/>
            <a:ext cx="4881946" cy="1126440"/>
          </a:xfrm>
        </p:spPr>
        <p:txBody>
          <a:bodyPr rtlCol="0">
            <a:normAutofit/>
          </a:bodyPr>
          <a:lstStyle>
            <a:defPPr>
              <a:defRPr lang="ru-RU"/>
            </a:defPPr>
          </a:lstStyle>
          <a:p>
            <a:pPr rtl="0"/>
            <a:r>
              <a:rPr lang="en-US" sz="3200" dirty="0"/>
              <a:t>Use case </a:t>
            </a:r>
            <a:r>
              <a:rPr lang="ru-RU" sz="3200" dirty="0"/>
              <a:t>Диаграмма</a:t>
            </a:r>
          </a:p>
        </p:txBody>
      </p:sp>
      <p:pic>
        <p:nvPicPr>
          <p:cNvPr id="12" name="Объект 11">
            <a:extLst>
              <a:ext uri="{FF2B5EF4-FFF2-40B4-BE49-F238E27FC236}">
                <a16:creationId xmlns:a16="http://schemas.microsoft.com/office/drawing/2014/main" id="{97276AA3-7626-46D1-A112-6832D5CE328F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5240618" y="446909"/>
            <a:ext cx="3333944" cy="6133605"/>
          </a:xfrm>
        </p:spPr>
      </p:pic>
    </p:spTree>
    <p:extLst>
      <p:ext uri="{BB962C8B-B14F-4D97-AF65-F5344CB8AC3E}">
        <p14:creationId xmlns:p14="http://schemas.microsoft.com/office/powerpoint/2010/main" val="2019279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DD59383-E6CD-CF57-B9CF-5820B1CEC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800" y="2654135"/>
            <a:ext cx="5143203" cy="1341912"/>
          </a:xfrm>
        </p:spPr>
        <p:txBody>
          <a:bodyPr rtlCol="0">
            <a:normAutofit/>
          </a:bodyPr>
          <a:lstStyle>
            <a:defPPr>
              <a:defRPr lang="ru-RU"/>
            </a:defPPr>
          </a:lstStyle>
          <a:p>
            <a:pPr rtl="0"/>
            <a:r>
              <a:rPr lang="ru-RU" sz="3200" dirty="0"/>
              <a:t>Внешний вид программы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647FB55-0AB6-48C7-AE8B-E6473C526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78042"/>
            <a:ext cx="3467594" cy="5901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76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DD59383-E6CD-CF57-B9CF-5820B1CEC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109" y="593767"/>
            <a:ext cx="7640979" cy="1341912"/>
          </a:xfrm>
        </p:spPr>
        <p:txBody>
          <a:bodyPr rtlCol="0">
            <a:normAutofit/>
          </a:bodyPr>
          <a:lstStyle>
            <a:defPPr>
              <a:defRPr lang="ru-RU"/>
            </a:defPPr>
          </a:lstStyle>
          <a:p>
            <a:pPr rtl="0"/>
            <a:r>
              <a:rPr lang="ru-RU" sz="3200" dirty="0"/>
              <a:t>Пример работы</a:t>
            </a:r>
            <a:r>
              <a:rPr lang="en-US" sz="3200" dirty="0"/>
              <a:t> </a:t>
            </a:r>
            <a:r>
              <a:rPr lang="ru-RU" sz="3200" dirty="0"/>
              <a:t>и логирование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647FB55-0AB6-48C7-AE8B-E6473C526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579" y="2167246"/>
            <a:ext cx="2079133" cy="3538727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D632DA8-3EB4-437E-BE0C-F56AEB878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1200" y="2167246"/>
            <a:ext cx="1527848" cy="353872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9D7F5BE-B9FC-4E88-B7BC-97DC404925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669" y="2167246"/>
            <a:ext cx="1522661" cy="3538727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7FEB2C0-E4B0-44D7-8CC8-D63E3F95B8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7446" y="2436034"/>
            <a:ext cx="4630489" cy="287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22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92D586-3F7C-3202-E4F4-1F65B9A7D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10363201" cy="1629601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5DADF2-8E4D-6C0E-0FA2-C5228AF29C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8" y="1946420"/>
            <a:ext cx="4316683" cy="4234686"/>
          </a:xfrm>
        </p:spPr>
        <p:txBody>
          <a:bodyPr rtlCol="0">
            <a:noAutofit/>
          </a:bodyPr>
          <a:lstStyle>
            <a:defPPr>
              <a:defRPr lang="ru-RU"/>
            </a:defPPr>
          </a:lstStyle>
          <a:p>
            <a:pPr marL="0" indent="0">
              <a:buNone/>
            </a:pPr>
            <a:r>
              <a:rPr lang="ru-RU" b="1" dirty="0">
                <a:effectLst/>
              </a:rPr>
              <a:t>Что сделано:</a:t>
            </a:r>
            <a:endParaRPr lang="ru-RU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Разработана игра «</a:t>
            </a:r>
            <a:r>
              <a:rPr lang="ru-RU" dirty="0" err="1"/>
              <a:t>Simon</a:t>
            </a:r>
            <a:r>
              <a:rPr lang="ru-RU" dirty="0"/>
              <a:t> </a:t>
            </a:r>
            <a:r>
              <a:rPr lang="ru-RU" dirty="0" err="1"/>
              <a:t>Says</a:t>
            </a:r>
            <a:r>
              <a:rPr lang="ru-RU" dirty="0"/>
              <a:t>» на языке Python с использованием библиотеки </a:t>
            </a:r>
            <a:r>
              <a:rPr lang="ru-RU" dirty="0" err="1"/>
              <a:t>Tkinter</a:t>
            </a:r>
            <a:endParaRPr lang="ru-RU" dirty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Реализованы три уровня сложности (Легко, Средне, Сложно)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Добавлена система логирования всех событий игры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Создано удобное графическое меню, игровое поле и экран результатов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D4FFC83-A1E8-FCEA-2C47-38C5ADAEA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fld id="{B5CEABB6-07DC-46E8-9B57-56EC44A396E5}" type="slidenum">
              <a:rPr lang="ru-RU" smtClean="0"/>
              <a:pPr rtl="0"/>
              <a:t>7</a:t>
            </a:fld>
            <a:endParaRPr lang="ru-RU" dirty="0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6ACD9067-EBE5-47F4-9527-912D936B3284}"/>
              </a:ext>
            </a:extLst>
          </p:cNvPr>
          <p:cNvSpPr txBox="1">
            <a:spLocks/>
          </p:cNvSpPr>
          <p:nvPr/>
        </p:nvSpPr>
        <p:spPr>
          <a:xfrm>
            <a:off x="4405746" y="1994726"/>
            <a:ext cx="3283528" cy="3747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ru-RU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dirty="0"/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54342B49-0676-4CAE-ABC8-EF3A318681EF}"/>
              </a:ext>
            </a:extLst>
          </p:cNvPr>
          <p:cNvSpPr txBox="1">
            <a:spLocks/>
          </p:cNvSpPr>
          <p:nvPr/>
        </p:nvSpPr>
        <p:spPr>
          <a:xfrm>
            <a:off x="8195954" y="1994726"/>
            <a:ext cx="3283528" cy="3747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ru-RU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dirty="0"/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A8EC25A1-87A1-4D01-950B-5A11245AC244}"/>
              </a:ext>
            </a:extLst>
          </p:cNvPr>
          <p:cNvSpPr txBox="1">
            <a:spLocks/>
          </p:cNvSpPr>
          <p:nvPr/>
        </p:nvSpPr>
        <p:spPr>
          <a:xfrm>
            <a:off x="4659086" y="1994726"/>
            <a:ext cx="3283528" cy="3747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ru-RU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dirty="0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953E9554-3E5A-49EB-8747-89129492FC0E}"/>
              </a:ext>
            </a:extLst>
          </p:cNvPr>
          <p:cNvSpPr txBox="1">
            <a:spLocks/>
          </p:cNvSpPr>
          <p:nvPr/>
        </p:nvSpPr>
        <p:spPr>
          <a:xfrm>
            <a:off x="4659086" y="2043032"/>
            <a:ext cx="3283528" cy="3747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ru-RU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dirty="0"/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E5A2978F-6CC1-462F-85EB-346AFFFCACF6}"/>
              </a:ext>
            </a:extLst>
          </p:cNvPr>
          <p:cNvSpPr txBox="1">
            <a:spLocks/>
          </p:cNvSpPr>
          <p:nvPr/>
        </p:nvSpPr>
        <p:spPr>
          <a:xfrm>
            <a:off x="5389419" y="1994726"/>
            <a:ext cx="3283528" cy="40502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ru-RU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>
                <a:effectLst/>
              </a:rPr>
              <a:t>Какие навыки приобретены:</a:t>
            </a:r>
            <a:endParaRPr lang="ru-RU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Работа с графическим интерфейсом </a:t>
            </a:r>
            <a:r>
              <a:rPr lang="ru-RU" dirty="0" err="1"/>
              <a:t>Tkinter</a:t>
            </a:r>
            <a:endParaRPr lang="ru-RU" dirty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Обработка событий и таймеров в GUI-приложениях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Логирование и отладка программы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Оформление программы на </a:t>
            </a:r>
            <a:r>
              <a:rPr lang="en-US" dirty="0"/>
              <a:t>GIT hub.</a:t>
            </a:r>
            <a:endParaRPr lang="ru-RU" dirty="0"/>
          </a:p>
        </p:txBody>
      </p:sp>
      <p:sp>
        <p:nvSpPr>
          <p:cNvPr id="11" name="Объект 2">
            <a:extLst>
              <a:ext uri="{FF2B5EF4-FFF2-40B4-BE49-F238E27FC236}">
                <a16:creationId xmlns:a16="http://schemas.microsoft.com/office/drawing/2014/main" id="{0DE6DB0F-A0A1-4701-BB39-BE5139E40306}"/>
              </a:ext>
            </a:extLst>
          </p:cNvPr>
          <p:cNvSpPr txBox="1">
            <a:spLocks/>
          </p:cNvSpPr>
          <p:nvPr/>
        </p:nvSpPr>
        <p:spPr>
          <a:xfrm>
            <a:off x="8568047" y="2043032"/>
            <a:ext cx="3283528" cy="3747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ru-RU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ru-RU"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ru-RU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>
                <a:effectLst/>
              </a:rPr>
              <a:t>Что планируется улучшить в будущем:</a:t>
            </a:r>
            <a:endParaRPr lang="ru-RU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Добавить звуковые эффекты при подсветке и нажатии кнопок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Реализовать таблицу рекордов с сохранением в файл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Улучшить анимации и визуальных эффектов</a:t>
            </a:r>
          </a:p>
        </p:txBody>
      </p:sp>
    </p:spTree>
    <p:extLst>
      <p:ext uri="{BB962C8B-B14F-4D97-AF65-F5344CB8AC3E}">
        <p14:creationId xmlns:p14="http://schemas.microsoft.com/office/powerpoint/2010/main" val="430403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Графический объект 2">
            <a:extLst>
              <a:ext uri="{FF2B5EF4-FFF2-40B4-BE49-F238E27FC236}">
                <a16:creationId xmlns:a16="http://schemas.microsoft.com/office/drawing/2014/main" id="{77B52831-0916-294C-0ACB-9774B9805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E82E216E-9EE0-9D3F-D692-083F575A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15" y="374090"/>
            <a:ext cx="5057104" cy="3624984"/>
          </a:xfrm>
        </p:spPr>
        <p:txBody>
          <a:bodyPr rtlCol="0">
            <a:normAutofit/>
          </a:bodyPr>
          <a:lstStyle>
            <a:defPPr>
              <a:defRPr lang="ru-RU"/>
            </a:defPPr>
          </a:lstStyle>
          <a:p>
            <a:pPr rtl="0"/>
            <a:r>
              <a:rPr lang="ru-RU" sz="3200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769932640"/>
      </p:ext>
    </p:extLst>
  </p:cSld>
  <p:clrMapOvr>
    <a:masterClrMapping/>
  </p:clrMapOvr>
</p:sld>
</file>

<file path=ppt/theme/theme1.xml><?xml version="1.0" encoding="utf-8"?>
<a:theme xmlns:a="http://schemas.openxmlformats.org/drawingml/2006/main" name="Пользовательская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Arial"/>
      </a:majorFont>
      <a:minorFont>
        <a:latin typeface="Tenorite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3135374_TF22318419_Win32" id="{190C78A2-73A9-4810-90AD-E7DCF6145837}" vid="{9BDBB77D-0AF8-4EC5-880C-F23D138FD676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Минималистичная презентация о продажах</Template>
  <TotalTime>75</TotalTime>
  <Words>207</Words>
  <Application>Microsoft Office PowerPoint</Application>
  <PresentationFormat>Широкоэкранный</PresentationFormat>
  <Paragraphs>42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1" baseType="lpstr">
      <vt:lpstr>Arial</vt:lpstr>
      <vt:lpstr>Calibri</vt:lpstr>
      <vt:lpstr>Пользовательская</vt:lpstr>
      <vt:lpstr>Игра Saimon says</vt:lpstr>
      <vt:lpstr>Презентация PowerPoint</vt:lpstr>
      <vt:lpstr>Блок-схема алгоритма</vt:lpstr>
      <vt:lpstr>Use case Диаграмма</vt:lpstr>
      <vt:lpstr>Внешний вид программы</vt:lpstr>
      <vt:lpstr>Пример работы и логирование</vt:lpstr>
      <vt:lpstr>Заключение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Игра Saimon says</dc:title>
  <dc:creator>Пользователь ㅤ</dc:creator>
  <cp:lastModifiedBy>Пользователь ㅤ</cp:lastModifiedBy>
  <cp:revision>7</cp:revision>
  <dcterms:created xsi:type="dcterms:W3CDTF">2026-04-09T19:32:27Z</dcterms:created>
  <dcterms:modified xsi:type="dcterms:W3CDTF">2026-04-09T22:42:37Z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